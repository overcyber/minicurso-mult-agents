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O dia de hoje é o mais denso em API de toda a semana, e é de propósito: depois de hoje, o vocabulário do LangChain deixa de ser obstáculo e passa a ser ferramenta.
FAÇA — Pergunte quem terminou o exercício de ontem e quem ficou pelo caminho. Se mais de um terço travou, reserve os primeiros dez minutos do laboratório da manhã para nivelar.
SE PERGUNTAREM 'vamos usar LangGraph hoje?' — Não. Hoje é LangChain: ferramentas, structured output e RAG. O grafo entra amanhã, e entra mais fácil por causa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09:05 - 09:35, 30 min]
O QUE ESTE BLOCO ENTREGA - a turma entende o LangChain como resposta a quatro problemas concretos, e não como framework que se adota por moda.
ROTEIRO - os quatro problemas (6) · o ecossistema em pacotes (5) · o que o LangChain NÃO é (4) · model providers (5) · o .env (5) · trocar de provedor sem tocar no agente (5).
SE O TEMPO APERTAR - o slide do .env pode ser lido na apostila. Os quatro problemas ficam: eles são a justificativa do dia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Retome literalmente a pergunta com que o dia 1 terminou. O LangChain não é mágica: é a resposta a estes quatro problemas, mais portabilidade entre provedores. Se o projeto de vocês nunca vai passar de duas ferramentas, o loop de ontem basta, e não tem vergonha nenhuma nisso.
FAÇA — Peça para abrirem o ESPECIFICACOES de ontem ao lado do REGISTRO. A duplicação fica óbvia com os dois na tela.
SE PERGUNTAREM 'e se eu não quiser usar framework nenhum?' — Perfeitamente defensável, e algumas equipes fazem isso. Você vai reimplementar estes quatro itens, e é bom saber que essa é 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confusão mais comum é tratar LangChain como uma coisa só. São pacotes separados com ciclos de vida diferentes, e isso importa na hora de fixar versão: langchain-core muda devagar, as integrações mudam rápido.
FAÇA — Mostre o requirements.txt do curso e explique por que cada linha está lá.
SE PERGUNTAREM 'preciso instalar tudo?' — Não. Hoje bastam core, langchain, a integração do seu provedor, chroma e huggingface para embeddings.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Estas três negações previnem a expectativa errada. A pessoa que espera que instalar LangChain resolva orquestração vai ficar frustrada, e a que espera que ele decida o que verificar vai colocar em produção algo que ninguém confere.
FAÇA — Volte à tabela das cinco camadas do dia 1 e aponte quais o LangChain cobre: instructions e capability, parcialmente. Feedback, memory e orchestration continuam sendo projeto seu.
SE PERGUNTAREM 'então por que tanta gente reclama do LangChain?' — Boa parte das críticas é sobre versões antigas, com abstrações demais. A versão que usamos é bem mais enxuta. E parte é expectativa errada, que é justamente o que este slide corrige.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Isto é a prova prática da tese do dia 1: modelo e harness são camadas independentes. O objeto llm é a fronteira entre as duas.
FAÇA — Peça para a turma rodar os dois agora. Quem só tem Ollama pode usar o endpoint /v1 dele com ChatOpenAI, e é um bom teste de que a abstração funciona.
NÃO FAÇA — Não deixe passar código que instancia o modelo dentro da função de negócio. É o hábito que impede teste e comparação, e ele se instala rápido.
SE PERGUNTAREM 'temperature=0 sempre?' — Durante desenvolvimento e em qualquer coisa que você queira reproduzir, sim. Em geração de texto voltada ao usuário final, aí você sobe. Num agente, variabilidade é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Regra prática para gravar: toda credencial vem de variável de ambiente, nunca de string literal. E o .gitignore é o passo que mais gente esquece, porque a chave só vaza depois, quando o repositório vira público ou entra num backup.
FAÇA — Mostre o .gitignore na tela. Conte, se quiser, o caso do commit de chave que virou fatura de milhares de dólares; todo mundo conhece alguém.
SE PERGUNTAREM 'e chave de API em modelo local?' — Não existe, e é uma das vantagens. Mas o padrão vale igual para senha de banco e token de serviço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Guardem esta tabela: ela é o que permite desenvolver com um modelo pequeno na própria máquina e rodar a avaliação final com um modelo maior sem reescrever nada.
FAÇA — Sugira a prática que vamos repetir a semana toda: um dicionário BACKENDS no projeto, com uma função que devolve o llm configurado a partir de uma variável de ambiente.
SE PERGUNTAREM 'a resposta muda entre backends?' — Muda, e é esperado: o mesmo modelo servido por motores diferentes pode ter template de chat e amostragem ligeiramente distintos. Por isso avaliação precisa fixar o backend, e não só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09:35 - 10:30, 55 min]
O QUE ESTE BLOCO ENTREGA - a turma converte qualquer função Python em ferramenta bem descrita, validada e testável isoladamente.
ROTEIRO - o decorador @tool (6) · antes e depois lado a lado (4) · três regras (5) · a docstring é prompt (5) · Pydantic (6) · ToolRuntime (5) · duas classes de erro (5) · testar ferramenta sem agente (5) · quantas ferramentas cabem (4) · checkpoint (4).
SE O TEMPO APERTAR - ToolRuntime pode virar leitura. O bloco da docstring não sai: é o que mais muda a qualidade do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Três linhas de metadado que ontem você escreveu à mão agora são derivadas do próprio código. O ganho não é digitar menos: é que função e schema não podem mais divergir, porque são a mesma fonte.
FAÇA — Rode as três linhas de print ao vivo e mostre o JSON gerado ao lado do ESPECIFICACOES de ontem. O contraste é o argumento pedagógico inteiro.
SE PERGUNTAREM 'e se eu quiser um nome diferente do nome da função?' — @tool aceita o nome como primeiro argumento: @tool("buscar"). Útil quando a função tem nome interno feio, mas prefira renomear 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O quarto item é o que mais importa a médio prazo. Ferramenta que se testa isolada entra em suíte de teste, e ferramenta em suíte de teste não quebra o agente em produção sem avisar.
FAÇA — Rode calcular.invoke({"expressao": "2+2"}) no terminal, sem nenhum modelo envolvido. É a demonstração mais rápida do ponto.
SE PERGUNTAREM 'dá para chamar a função normal também?' — Dá: calcular.func aponta para a função original. Mas prefira invoke, porque é ele que passa pela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terceira regra é a que a turma mais demora a internalizar, e é a que mais muda o resultado. Documentação para humano descreve comportamento; description para modelo descreve gatilho de uso.
FAÇA — Peça para reescreverem ao vivo uma docstring ruim. Use como exemplo: 'Busca documentos.' Pergunte à sala quando o modelo deveria chamar isso. Ninguém sabe, e o modelo também não.
SE PERGUNTAREM 'quanto de docstring é demais?' — Duas a quatro linhas resolvem quase sempre: o que faz, quando usar, e o formato de cada argumento. Acima disso você está gastando contexto em toda chamada.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Isto tem nome no campo: Agent-Computer Interface. A interface entre agente e ferramenta é texto, e texto mal escrito é interface mal projetada. Você não culparia o usuário por não achar um botão sem rótulo.
FAÇA — Mostre o efeito ao vivo: rode a mesma pergunta com as duas descrições e conte quantas vezes o modelo chama a ferramenta em cinco tentativas. A diferença costuma ser gritante em modelo pequeno.
SE PERGUNTAREM 'o modelo lê a docstring inteira ou só o resumo?' — A description enviada é a docstring inteira. Por isso ela custa tokens em toda chamada, e por isso ela precisa ser curta e útil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Enfatize onde a validação acontece: antes da função. Isso muda quem consegue consertar o erro. Se a validação falha, a mensagem volta ao modelo, que corrige sozinho. Se a função quebra, o loop morre.
FAÇA — Mostre o schema gerado e aponte o enum criado pelo Literal. Modelos pequenos melhoram muito quando o campo tem valores fechados em vez de texto livre.
DIGA TAMBÉM — Os limites ge e le não são só validação: eles aparecem no schema e o modelo os lê. É constraint e instruction ao mesmo tempo.
SE PERGUNTAREM 'preciso de Pydantic sempre?' — Não. Com um argumento string, as anotações bastam. Vale a partir de dois argumentos, de qualquer campo numérico com faixa, e de qualquer campo com valores fechados.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é o mecanismo correto para passar user_id, tenant e credenciais. Nunca coloque isso no schema: se o modelo pode escolher o valor, ele pode escolher o valor de outro usuário. Isso é uma falha de segurança, não um bug de UX.
FAÇA — Ligue à camada de constraints do dia 1: o que o modelo não pode decidir simplesmente não é oferecido a ele.
SE PERGUNTAREM 'e se eu precisar mesmo que o modelo escolha o usuário?' — Aí você tem um problema de projeto. O padrão correto é o harness resolver a identidade e o modelo trabalhar dentro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regra cabe numa frase: se o modelo pode consertar sozinho, devolva string de erro; se não pode, levante exceção. Misturar os dois produz agente que fica tentando o impossível até estourar o limite de passos, gastando dinheiro em silêncio.
FAÇA — Peça exemplos da turma e classifique junto. Timeout de rede é o caso que gera debate: costuma ser não recuperável pelo modelo, mas recuperável por retry do harness.
SE PERGUNTAREM 'e o handle_tool_error do LangChain?' — Ele transforma exceção em ToolMessage automaticamente. Útil, e perigoso se usado como padrão para tudo: você acaba mandando stack trace de bug do seu código para dentro do contexto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slide é o argumento que convence quem programa há mais tempo. Ferramenta de agente é código de produção: ela lê disco, chama banco, gasta dinheiro. Tratar como script descartável é como não testar a camada de acesso a dados.
FAÇA — Rode o pytest ao vivo. Quatro testes verdes em meio segundo, sem modelo nenhum, é uma demonstração forte.
DIGA TAMBÉM — O terceiro teste é de segurança e o quarto é de qualidade de erro. Os dois são requisitos que discutimos ontem, agora virados em asserção automática. É a camada de constraints virando teste.
SE PERGUNTAREM 'e como testo o agente inteiro?' — Com modelo falso, e vemos no dia 3. Mas a maior parte dos bugs está nas ferramentas, e esses você pega aqui, barato.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Esta tabela é a ponte para o dia 4. A primeira razão real para partir para multiagente não é elegância de arquitetura: é que a lista de ferramentas ficou grande demais para um contexto só.
FAÇA — Pergunte quantas ferramentas o sistema de cada um teria. Quem responde 'umas trinta' acabou de descobrir por que o dia 4 existe.
SE PERGUNTAREM 'não dá para carregar ferramentas sob demanda?' — Dá, e é uma técnica válida: filtrar o conjunto por etapa do fluxo. O LangGraph facilita isso, porque cada nó pode ter seu próprio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Deixe a turma responder em voz alta, sem slide de resposta. Respostas: (1) a description, e depois se há nome parecido competindo; (2) faltou Field com ge e le; (3) provavelmente recuperável, e deveria ter voltado como string de erro em vez de exceção.
DIGA — Se a turma acertar as três, o laboratório da manhã vai fluir. Se travar na primeira, repita o slide das duas descrições.
SE PERGUNTAREM 'na 1 não pode ser o modelo ruim?' — Pode, e é a última hipótese a testar, não a primeira. Troque a description antes de trocar o modelo: é mais barato e resolve na maioria das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10:45 - 11:20, 35 min]
O QUE ESTE BLOCO ENTREGA - a turma vê o loop de ontem reescrito com objetos do LangChain e entende por que create_agent não foi ensinado primeiro.
ROTEIRO - o mesmo loop com objetos (7) · o que sumiu e o que ficou (5) · tipos de mensagem (5) · create_agent (5) · quando usar cada um (5) · enunciado do laboratório (3) · laboratório assistido (50 min, segue no bloco).
SE O TEMPO APERTAR - o slide de tipos de mensagem pode ser lido na apostila.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 min]
DIGA — Coloque este slide mentalmente ao lado do loop do dia 1 e diga em voz alta: é o mesmo loop. A turma precisa perceber que não aprendeu uma coisa nova, aprendeu a delegar a parte chata. As cinco linhas que decidem comportamento continuam sendo suas.
FAÇA — Aponte o que permaneceu: o append da mensagem do assistente, a condição de parada, o append do ToolMessage. São exatamente os pontos onde os bugs de ontem nasceram.
DIGA TAMBÉM — bind_tools não executa nada. Ele só anexa os schemas à chamada. Quem executa continua sendo o seu for.
SE PERGUNTAREM 'e as outras duas condições de parada?' — Continuam sendo suas, e o exercício de hoje é trazê-las de ontem. O framework não decide quando parar por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As três últimas linhas não mudaram, e não vão mudar em nenhum framework. São as camadas de constraints, memory e feedback, e elas são projeto, não biblioteca.
FAÇA — Volte à tabela das cinco camadas do dia 1. O LangChain cobriu capability. O resto continua na sua mão.
SE PERGUNTAREM 'o create_agent não decide quando parar?' — Ele traz um padrão de parada, e você pode configurá-lo. Padrão não é decisão: é decisão de outra pessoa que você aceitou sem 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Estes quatro nomes vão aparecer em todo código LangChain e LangGraph do resto da semana. A única que costuma confundir é AIMessage com tool_calls: é o modelo pedindo, não o modelo executando.
FAÇA — Imprima uma conversa completa com msgs e mostre a sequência das quatro classes na tela. É a versão em objetos do slide de traço do dia 1.
SE PERGUNTAREM 'existe mais alguma?' — Existem outras, como FunctionMessage, herdada da API antiga, e mensagens de ferramenta com conteúdo estruturado. Essas quatro cobrem tudo que o curso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Este slide é sobre sequência pedagógica, não sobre API. Explique por que a ordem do curso é essa: o atalho só é seguro para quem sabe o que ele esconde.
FAÇA — Rode e mostre que funciona. Depois imprima r["messages"] inteiro e mostre que são exatamente as mesmas quatro classes de mensagem do slide anterior.
SE PERGUNTAREM 'posso usar isso em produção?' — Para um agente simples, sim. A partir do momento em que você precisa de aprovação humana, estado persistente ou ramificação, você vai querer o grafo explícito, e é o dia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Não existe resposta única, e a escolha muda ao longo da vida do projeto. Comece com create_agent para validar a ideia, e migre quando aparecer o primeiro requisito que ele não atende.
FAÇA — Diga qual você usaria no NEXUS hoje, e por quê. Recomendo o loop próprio hoje, porque o exercício da manhã inclui trazer as condições de parada de ontem.
SE PERGUNTAREM 'e o middleware do create_agent?' — Ele permite interceptar antes e depois de cada passo, e é a versão LangChain do conceito de hooks que vemos no dia 3. Bom recurso, mas ele resolve interceptação, não estrutura de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 + 50 min de laboratório]
FAÇA — Leia os cinco itens e deixe na tela. Circule pela sala. O item 5 é o que mais gente pula, então cobre explicitamente na passagem.
DIGA — Para quem terminar antes: escreva a mesma ferramenta com e sem Pydantic e compare quantas vezes, em dez tentativas, o modelo manda argumento inválido.
SE PERGUNTAREM 'posso usar create_agent no laboratório?' — Só depois de fazer com o loop próprio. O objetivo do exercício é ver o que muda, e para isso é preciso ter as duas versões.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13:15 - 13:50, 35 min]
O QUE ESTE BLOCO ENTREGA - a turma consegue obter objetos validados de um modelo local pequeno, e sabe o que fazer quando ele não colabora.
ROTEIRO - por que objeto e não texto (4) · with_structured_output (6) · os dois mecanismos por baixo (5) · três defesas (6) · o retry que reinjeta o erro (6) · medir tentativas por modelo (4) · checkpoint (4).
SE O TEMPO APERTAR - o slide de medição vira exercício de casa; o retry não sai, porque o dia 4 depende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Este é o slide que justifica o bloco. A pergunta prática é: o que o passo seguinte do seu código faz com a saída? Se ele faz um if, você precisa de campo, não de parágrafo.
FAÇA — Antecipe o dia 4: o Crítico devolve aprovado ou revisar, e o grafo decide o caminho com base nesse campo. Sem structured output, aquele grafo não existe.
SE PERGUNTAREM 'não dá para pedir JSON no prompt e pronto?' — Dá, e funciona na maior parte das vezes. A diferença é que aqui o resultado é validado, e a falha é detectável em vez de silenciosa.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Repare que a docstring da classe também vai para o modelo. Ela é a descrição do que se pede, e vale escrevê-la com o mesmo cuidado da docstring de ferramenta.
FAÇA — Rode ao vivo. Com modelo pequeno pode falhar, e é ótimo se falhar: o próximo slide trata exatamente disso, e a turma vai ver o problema antes da solução.
SE PERGUNTAREM 'e se eu quiser só um campo?' — Funciona igual, e ainda assim vale: você ganha validação de tipo e uma mensagem de erro clara quando o modelo escapa do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coluna da direita é subutilizada e resolve a maior parte da dor com modelo pequeno. Quando o servidor força a gramática, o modelo não pode emitir um token fora do formato; não é que ele acerte mais, é que errar deixa de ser possível.
FAÇA — Se você tem llama.cpp na demonstração, mostre a flag de gramática. Vale mostrar a diferença de taxa de falha ao vivo.
SE PERGUNTAREM 'como sei qual está sendo usado?' — O LangChain expõe o parâmetro method em with_structured_output. Sem passar nada, ele escolhe pelo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A ordem importa: sempre tente reduzir o schema antes de escrever código de retry. Retry sobre um schema ruim é gastar três chamadas para resolver um problema de projeto.
FAÇA — Mostre um schema aninhado e o mesmo schema achatado, lado a lado. Achatar costuma significar trocar um objeto por dois campos com prefixo.
SE PERGUNTAREM 'quantas tentativas de retry?' — Duas, no máximo três. Se em três não saiu, o problema é o schema ou o modelo, e insistir só queima orçamento.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Repare no que faz este código funcionar: a mensagem de erro do Pydantic é legível. Ela diz qual campo falhou e por quê. Se você trocasse por 'formato inválido', a taxa de acerto na segunda tentativa cairia muito.
FAÇA — Rode com um modelo pequeno e imprima o erro reinjetado. Ver a mensagem do Pydantic entrando no contexto convence mais do que a explicação.
DIGA TAMBÉM — Este padrão volta no dia 4, quando o Crítico reprovar e o texto da reprovação voltar ao Redator. É o mesmo mecanismo em outra escala.
SE PERGUNTAREM 'não existe isso pronto?' — Existe OutputFixingParser e afins, e eles fazem algo parecido. Vale escrever à mão uma vez para saber o que está acontecendo, e depois usar 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Este slide é uma tabela para preencher, não para ler. Peça dez execuções por célula e a média de tentativas. Leva cinco minutos por modelo e produz o número que decide a escolha do modelo do projeto.
DIGA — Nenhum benchmark público responde a pergunta que importa, que é como o modelo se comporta no SEU schema. Esta tabela responde.
SE PERGUNTAREM 'e se der 1,0 em todos?' — Ótimo, e significa que o seu schema está bem desenhado. Guarde o número: quando alguém propuser um schema mais complexo, você mede de novo e compara.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FAÇA — Aqui as respostas estão no próprio slide, de propósito: é o bloco mais denso do dia e vale fechar consolidando.
DIGA — O próximo bloco é composição: como encadear vários passos, cada um com sua própria saída validada.
SE PERGUNTAREM 'dá para usar structured output e ferramentas juntos?' — Dá, com cuidado: em alguns backends o structured output ocupa o canal de tool calling. O padrão seguro é separar em duas chamadas, uma que age e outra que 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13:50 - 14:20, 30 min]
O QUE ESTE BLOCO ENTREGA - a turma compõe pipelines determinísticos com o operador pipe e sabe instrumentar e transmitir a execução.
ROTEIRO - o operador pipe e Runnable (5) · cadeias de múltiplos passos (6) · quando LCEL e quando grafo (4) · streaming (5) · callbacks (5) · checkpoint (3).
SE O TEMPO APERTAR - callbacks pode virar leitura; streaming não, porque o dia 3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operador pipe não é açúcar sintático: ele constrói um objeto composto que continua sendo um Runnable. Por isso a cadeia inteira ganha batch e stream sem você escrever nada.
FAÇA — Mostre cadeia.batch com três perguntas de uma vez e comente que ele paraleliza. É o ganho mais concreto e imediato.
NÃO FAÇA — Não gaste mais que dez minutos na parte introdutória de LCEL. O valor real está no próximo slide.
SE PERGUNTAREM 'o placeholder serve para quê?' — Para injetar uma lista de mensagens inteira, tipicamente o histórico. É como se encaixa memória num prompt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 detalhe que engana é o dicionário: ele não é dado, é estrutura. Cada chave vira um ramo que roda em paralelo, e o resultado entra no próximo prompt com aquele nome de variável.
FAÇA — Desenhe no quadro os três passos com uma seta entre eles e o ramo em paralelo. Duas caixas e uma seta bastam.
DIGA TAMBÉM — JsonOutputParser funciona até com modelos sem tool calling nativo, porque a instrução de formato vai dentro do próprio prompt, diferente do with_structured_output do bloco anterior, que usa tool calling forçado. Isso torna o parser uma boa escolha para modelos muito pequenos.
SE PERGUNTAREM 'quando isso vira ilegível?' — Rápido. A partir de três passos com ramificação condicional, LCEL vira um emaranhado de lambdas. Esse é exatamente o limite que o LangGraph resolve amanhã.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A regra prática: se você consegue desenhar o fluxo como uma linha reta, use LCEL. Se aparece um losango de decisão ou uma seta que volta, você precisa de grafo.
FAÇA — Peça um exemplo de fluxo do trabalho de alguém e classifique junto com a sala.
SE PERGUNTAREM 'dá para misturar?' — Dá, e é comum: cada nó do grafo pode ser uma cadeia LCEL. As duas coisas convivem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Em modelo local rodando em CPU, streaming é a diferença entre um sistema que parece travado e um que parece rápido. O tempo total é o mesmo; a percepção não.
FAÇA — Rode as duas versões lado a lado, com e sem stream, na mesma pergunta. A reação da sala é imediata.
SE PERGUNTAREM 'dá para transmitir structured output?' — Parcialmente: existe stream de JSON parcial, mas o objeto só é validado no fim. Para um campo que decide caminho, espere o objeto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O ponto de projeto é a separação: a instrumentação vive fora da lógica. Você liga em desenvolvimento, desliga em produção, ou troca por outra sem tocar no agente.
FAÇA — Ligue o Contador na cadeia do laboratório da manhã e mostre o número de chamadas e tokens de uma execução real. Compare com a estimativa que a turma daria de cabeça: quase sempre é mais do que imaginam.
SE PERGUNTAREM 'callback é a mesma coisa que hook?' — Parecido e não igual. Callback observa; hook, como veremos no dia 3, pode NEGAR uma ação. Observar não é controlar, e essa diferença é a fronteira entre feedback e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Feche o bloco com a frase e anuncie que o próximo é o fundamento do RAG, o último bloco teórico do dia.
FAÇA — Se sobrar tempo, peça à turma que diga qual dos dois resolveria 'impedir que o agente escreva fora da pasta docs'. Resposta: hook, e não callback.
SE PERGUNTAREM 'callbacks servem para alguma decisão?' — Servem para decidir fora do fluxo: disparar alarme, cortar orçamento no próximo ciclo. Mas não bloqueiam a ação em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14:20 - 14:45, 25 min]
O QUE ESTE BLOCO ENTREGA - a turma entende por que a busca funciona, e sabe que chunking e métrica são decisões de projeto e não detalhes da biblioteca.
ROTEIRO - o problema que o RAG resolve (4) · fine-tuning contra RAG (5) · embeddings e similaridade (5) · chunking (5) · metadados e PDF (4) · fecho (2).
SE O TEMPO APERTAR - a matemática da similaridade pode ser resumida em uma frase; chunking não sai, porque é o parâmetro que mais muda a qualidade do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Conecte explicitamente com a abertura de ontem. O mesmo modelo que inventou o número de linhas do README também inventa o conteúdo de um documento que nunca viu. A ferramenta buscar_documentos resolve o mesmo tipo de problema que ler_arquivo resolveu ontem: acesso.
FAÇA — Escreva no quadro, ao lado de ACESSO e VERIFICAÇÃO: RECUPERAÇÃO.
SE PERGUNTAREM 'RAG acaba com a alucinação?' — Não. Ele remove uma das causas. O modelo ainda pode extrapolar além do trecho recuperado, e por isso a citação da fonte importa: ela permite conferir.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pergunta que decide entre os dois é: o que você quer ensinar é um COMPORTAMENTO ou um FATO? Comportamento, como falar no tom da empresa e sempre devolver certo formato, é fine-tuning. Fato, como qual é a política de reembolso deste trimestre, é RAG.
FAÇA — Pergunte um caso real da turma e classifique. Quase sempre é RAG, e quase sempre alguém propôs fine-tuning na empresa.
DIGA TAMBÉM — Não são exclusivos: muitos sistemas de produção usam os dois. Para este curso, com documentos que mudam toda semana, RAG é a escolha certa; fine-tuning fica na trilha do dia 5.
SE PERGUNTAREM 'e contexto longo, não substitui o RAG?' — Não substitui, por causa do context rot do dia 1: jogar 300 páginas no contexto piora a recuperação e custa em toda chamada. RAG é curadoria; janela grande é capacidade.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Não precisa aprofundar a matemática. O ponto é que a métrica de similaridade é uma escolha de projeto, e não um detalhe implícito do vector store.
FAÇA — Se der tempo, embede três frases ao vivo, duas parecidas e uma diferente, e mostre os três números. Ver 0,89 e 0,31 lado a lado vale mais que a fórmula.
SE PERGUNTAREM 'qual modelo de embedding usar?' — Um multilíngue que rode local, e no dia 5 comparamos alguns. O erro comum é usar um modelo treinado só em inglês para documentos em português: a qualidade cai muito e não dá erro nenhum.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Chunking é o parâmetro que mais muda a qualidade da busca, e é o que menos gente ajusta. Trecho grande carrega contexto mas dilui o significado no vetor; trecho pequeno é preciso mas chega sem o entorno.
FAÇA — Anuncie o experimento do laboratório: a mesma pergunta com chunk_size 400, 800 e 1500. A diferença costuma ser visível e convence mais que qualquer explicação.
DIGA TAMBÉM — A combinação padrão para começar é recursivo com sobreposição de 10 a 20 por cento do chunk_size. É o que o NEXUS usa: 800 com 120.
SE PERGUNTAREM 'e chunking semântico?' — Existe, corta onde o assunto muda, e é mais caro porque exige embedar durante o corte. Vale quando os documentos são longos e heterogêneos. Não é o caso do laboratório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O filtro por metadado é a otimização mais subestimada de RAG. Se você sabe que a resposta está nos documentos de 2024, filtrar antes da busca melhora a precisão e reduz o custo ao mesmo tempo.
FAÇA — Mostre que o metadado de página do PDF permite citar a fonte com número de página, o que é requisito em contexto jurídico e regulatório.
SE PERGUNTAREM 'e tabela dentro de PDF?' — É o caso mais difícil, e nenhum loader resolve bem sozinho. Extração de tabela é um problema à parte, e vale tratar antes da indexação, convertendo para Markdown ou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 min]
DIGA — Feche o bloco teórico e anuncie o laboratório: agora indexamos de verdade.
FAÇA — Peça que abram a pasta docs/ da Cooperativa Vale Verde antes do intervalo, para não perderem tempo depois.
SE PERGUNTAREM 'quanto tempo leva indexar?' — Com cinco documentos pequenos e embedding local, poucos segundos. Com mil PDFs, minutos a horas, e aí você indexa uma vez e persiste.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15:00 - 16:30, 90 min]
O QUE ESTE BLOCO ENTREGA - cada aluno com a pasta docs/ indexada, uma ferramenta de busca com citação de fonte, e uma resposta que exigiu buscar E calcular.
ROTEIRO - o pipeline (5) · indexação e os dois parâmetros (6) · a ferramenta com fonte (6) · o que fazer quando a busca erra (5) · enunciado (3) · laboratório assistido (60) · demonstrações da turma (5).
SE O TEMPO APERTAR - encurte as demonstrações, nunca o laboratório. É o exercício mais valioso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distinção entre o que roda uma vez e o que roda a cada pergunta é o que a turma mais confunde. Indexar é caro e acontece no deploy; buscar é barato e acontece em tempo de resposta.
FAÇA — Desenhe a linha divisória no quadro entre Chroma e a ferramenta.
SE PERGUNTAREM 'e quando um documento muda?' — Você reindexa aquele documento. Em produção isso vira um job que observa a pasta ou o repositório. Reindexar tudo a cada mudança é o erro mais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Os separadores são lidos em ordem: o splitter tenta cortar no primeiro, e só desce para o seguinte quando o pedaço ainda está grande. Colocar o cabeçalho de Markdown na frente faz cada trecho começar num título, o que melhora muito a leitura pelo modelo.
FAÇA — Exercício rápido em sala: comparar chunk_size 400, 800 e 1500 na mesma pergunta. Peça que anotem qual trouxe o trecho certo.
NÃO FAÇA — Não deixe ninguém reaproveitar o mesmo persist_directory depois de mudar o chunk_size. O índice antigo continua lá e os resultados ficam inexplicáveis.
SE PERGUNTAREM 'chunk_overlap alto não é melhor sempre?' — Não: ele infla o índice e faz o mesmo texto aparecer em vários resultados, ocupando as k vagas com repetição. De 10 a 20 por cento é o intervalo útil.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Três decisões neste código valem apontar uma a uma. O max e min defendem contra k absurdo mesmo com o Pydantic no lugar, e defesa em profundidade é barata. O retorno para nenhum resultado sugere uma ação em vez de só informar o vazio, que é o princípio do erro útil do dia 1. E a fonte vem junto do trecho, no mesmo bloco, e não numa lista separada que o modelo teria que correlacionar.
FAÇA — Mostre a saída real da ferramenta na tela, com os separadores. É o texto que vai para o contexto, e vale a turma ver o formato exato.
SE PERGUNTAREM 'por que não devolver uma lista de objetos?' — Porque o que chega ao modelo é sempre texto. Formatar bem esse texto é parte do projeto da ferramenta, e não um detalhe de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A terceira linha é a que mais surpreende. Busca vetorial acha significado parecido, não palavra igual. Se o usuário procura um código de produto ou um número de contrato, a busca vetorial vai mal, e a solução é combinar com busca textual.
FAÇA — Demonstre: procure um número que existe nos documentos e mostre que ele não vem primeiro. É uma demonstração que ninguém esquece.
SE PERGUNTAREM 'como combino as duas?' — A técnica se chama busca híbrida: você roda as duas e mescla as posições. Vemos rerank e combinação no dia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 + 60 min de laboratório]
DIGA — O item 4 é o teste de fogo do dia: ele exige que o agente busque, leia o resultado, decida que precisa calcular, chame a segunda ferramenta e só então responda. É o loop do dia 1 rodando com ferramentas de verdade.
FAÇA — Circule pela sala. O erro mais comum vai ser o agente responder com número inventado sem chamar calcular: aponte a description da ferramenta como primeiro suspeito.
NÃO FAÇA — Não dê a resposta certa da pergunta do item 4. Deixe que descubram nos documentos.
SE PERGUNTAREM 'posso usar create_agent aqui?' — Pode, depois de ter a versão com o loop próprio funcionando. Comparar as duas é uma boa extensão.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[BLOCO: 16:30 - 17:00, 30 min]
O QUE ESTE BLOCO ENTREGA - a turma sai com a entrega do dia clara, a tabela de erros clássicos na mão e o problema que o LangGraph resolve já formulado.
ROTEIRO - demonstrações rápidas (5) · erros clássicos (6) · o caderno de falhas (4) · recapitulação das cinco camadas (5) · o gancho do dia 3 (5) · leitura de casa (3).
SE O TEMPO APERTAR - corte a leitura de casa e mantenha o gancho: ele é o que faz o dia 3 começar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FAÇA — Chame dois ou três alunos para rodar a pergunta do item 4 na máquina deles, no projetor. Ver a saída de outra pessoa acelera quem ficou para trás.
DIGA — Quem não terminou: o andaime está na apostila, e vale terminar antes de amanhã, porque o dia 3 parte deste código.
SE PERGUNTAREM 'preciso ter tudo pronto para amanhã?' — As ferramentas com @tool, sim. O RAG é desejável e recuperável: o dia 3 começa pelo grafo, não pela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 min]
DIGA — Leia em voz alta. O terceiro item vai acontecer com boa parte da turma se estiverem num modelo de menos de 2B, e o plano B é ter o qwen3:4b pronto.
FAÇA — Peça que fotografem. Esta tabela e a do dia 1 são as duas páginas mais consultadas da apostila.
SE PERGUNTAREM 'o segundo item não é o modelo ser fraco?' — Às vezes é, e ainda assim troque a description primeiro: é grátis e resolve na maioria dos casos. Trocar de modelo é a última hipótese, não a primeira.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 min]
DIGA — Esta é a prática que eu mais gostaria que sobrevivesse ao curso. Nenhuma das quatro linhas exige ferramenta, licença ou aprovação de ninguém.
FAÇA — Peça que todos abram o arquivo FALHAS.md agora e escrevam a falha de hoje que mais custou tempo. Dois minutos, em silêncio.
SE PERGUNTAREM 'isso não é só um changelog?' — A diferença é a terceira coluna: qual camada do harness falhou. É ela que transforma anotação em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Compare com a tabela de ontem: instructions e constraints ganharam corpo, feedback ganhou o retry. Memória continua vazia, e é a primeira coisa que o dia 3 resolve.
FAÇA — Peça que atualizem a cópia própria da tabela, como combinado ontem.
SE PERGUNTAREM 'RAG é memória?' — Não, é capability: é uma ferramenta que busca conhecimento externo. Memória é o que o agente lembra da própria experiência. A confusão é comum e atrapalha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 min]
DIGA — Deixe as quatro perguntas no ar e não responda. Se alguém já conhece LangGraph, peça para não adiantar.
FAÇA — Escreva as quatro no quadro. Amanhã de manhã você volta a elas uma a uma e mostra a resposta em código.
SE PERGUNTAREM 'não dá para fazer tudo isso com for e if?' — Dá, e é assim que a maioria começa. O problema não é possibilidade, é manutenção: o estado espalhado por variáveis locais não é serializável, não é inspecionável e não é testável em pedaços.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 min]
DIGA — A terceira é a que rende mais. Escrever uma description de verdade, para um caso real, é o exercício que faz a diferença entre saber a API e saber projetar a interface.
FAÇA — Os links estão no capítulo de recursos da apostila.
SE PERGUNTAREM 'quanto tempo leva?' — Vinte minutos de leitura e dez de prática. Não é pré-requisito para amanhã, mas quem faz chega com pergunta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este anexo so depois do dia 2 inteiro - de preferencia depois dos cinco dias. O valor dele depende de o aluno ja saber o que e ferramenta, gatilho e chamada de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ultima linha e a mais interessante e volta no fim do anexo. Peca a turma para completar a tabela antes de mostra-la.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requisito de dado local existe no projeto do aluno, ele elimina as outras opcoes antes de qualquer comparacao de recursos.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Bundle e a fonte de confusao numero um. Dez e-mails no gatilho viram dez bundles, e cada modulo seguinte roda dez vezes. Dez bundles por quatro modulos sao quarenta operacoes - e e assim que vem a fatura.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ter comportamento de 'primeiro que casar' no Make, ordene os ramos e deixe o fallback no ultimo.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existe resposta unica, existe criterio: prototipo, volume baixo e muita integracao pendem para o Make; dado sensivel, ciclo e necessidade de teste pendem para o codigo.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configuracao e o que torna o anexo compativel com a premissa do curso. Faca funcionar na frente da turma antes de qualquer outra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Diferente do router do Make, aqui o item segue por um caminho so - a semantica bate com a do LangGraph. Essa e uma razao real para preferir n8n a Make em quem vem de codigo.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decisoes da legenda sao de produto, nao de ferramenta. A plataforma nao vai toma-las por voce.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a licao do dia 2 aparecendo numa plataforma visual: a ferramenta calcula, o modelo redige.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vale mais que o fluxo. Automacao que vira ruido e pior que automacao nenhuma, porque cria falsa sensacao de cobertura.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recebe as descricoes das ferramentas conectadas, decide qual chamar, o n8n executa, devolve, e o modelo continua ate concluir. E o laco ReAct que voce escreveu a mao no dia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NEXUS - com critico, ciclo limitado, isolamento de contexto e paralelismo - e o segundo caso. Um agente que consulta FAQ e cria rascunho e o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920240" cy="685800"/>
          </a:xfrm>
          <a:prstGeom prst="roundRect">
            <a:avLst>
              <a:gd name="adj" fmla="val 16000"/>
            </a:avLst>
          </a:prstGeom>
          <a:solidFill>
            <a:srgbClr val="E893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e Python: criando ferramentas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loop artesanal para componentes declarativos, validados e testáveis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LangChain existe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2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330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@tool, Pydantic e erros que ensinam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com retry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01100" y="4572000"/>
            <a:ext cx="2446020" cy="1234440"/>
          </a:xfrm>
          <a:prstGeom prst="roundRect">
            <a:avLst>
              <a:gd name="adj" fmla="val 7407"/>
            </a:avLst>
          </a:prstGeom>
          <a:solidFill>
            <a:srgbClr val="24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898398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83980" y="5074920"/>
            <a:ext cx="2080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local sobre a pasta docs/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oito horas de hoje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10:30 · A dor de ontem e as ferramentas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LangChain existe, model providers, e o decorador @tool substituindo o schema escrito à mão.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12:15 · Laboratório: migrar o NEXUS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as ferramentas de ontem, rodar o loop novo, contar as linhas que sumiram.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– 14:45 · Structured output, LCEL e o que há sob o RAG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vez de texto, composição com o operador pipe, callbacks e streaming, e a matemática mínima da busca.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 – 16:30 · Laboratório: RAG local de verdade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 docs/, criar buscar_documentos, responder uma pergunta que exige buscar E calcular.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16:30 – 17:00 · Fechamento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clássicos, o caderno de falhas e o gancho do dia 3.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dor de ontem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ferramentas funcionam. Trinta, não.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quebra com 30 ferramentas e 4 pessoas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entre função e schema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renomeia o argumento na função e esquece o JSON. O modelo passa a mandar um nome que não existe, e o erro só aparece em execução.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111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1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837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validação de tipo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4038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manda expressao igual a 42, um número, e a função quebra com TypeError no meio do loop.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387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3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3644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 sem padrão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93058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escreve do seu jeito. Uns levantam exceção, outros devolvem None, e o agente reage diferente a cada um.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62915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291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60171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testar isolado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95833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testar uma ferramenta é preciso subir o agente inteiro e torcer para o modelo chamá-la.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ecossistema, separado em partes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577840"/>
                <a:gridCol w="2286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Usamos?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Mensagens, ferramentas, runnables, prompts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o tempo todo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create_agent, middlewares, conveniência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langchain-ollama / -openai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Integrações com provedores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langchain-chroma / -huggingface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 e embeddings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Orquestração em grafo de 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 em diante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Observabilidade hospedada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opcional, só mencionamos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LangChain NÃO 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framework multiagente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de vários agentes é LangGraph, a partir do dia 3. O LangChain sozinho monta um agente.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servidor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expõe API, não escala, não persiste nada por conta própria. Isso continua sendo seu problema de arquitetura.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entender o harness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implementa partes das cinco camadas. Decidir o que entra no contexto, quando parar e o que verificar continua com você.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modelo, em uma linha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abstração serve para Ollama, llama.cpp e vLLM. Muda o import e a URL.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26792"/>
            <a:ext cx="3931920" cy="3462528"/>
          </a:xfrm>
          <a:prstGeom prst="roundRect">
            <a:avLst>
              <a:gd name="adj" fmla="val 2641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673096"/>
            <a:ext cx="3493008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vale o curso inteiro: toda função de negócio recebe llm como parâmetro. Nunca instancie o modelo dentro dela.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isso que permite trocar de backend, rodar teste com um modelo falso e comparar dois modelos na mesma execução.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langchain_ollama import ChatOllama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ChatOllama(model="qwen3:4b", temperature=0)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print(llm.invoke("Diga apenas: ok").content)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apontando para llama.cpp ou vLLM: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model="Qwen/Qwen3-8B",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base_url="http://localhost:8000/v1",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api_key="nao-usado",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É UMA API PAGA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.env: nunca uma chave no código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é local-first, mas o ChatOpenAI é o mesmo cliente dos dois mundos: muda a URL e a chave. Vale formalizar a forma correta de guardar essa chave, porque é o erro de segurança mais comum em projeto de LLM.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30880"/>
            <a:ext cx="4297680" cy="275844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377184"/>
            <a:ext cx="3858768" cy="246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load_dotenv() lê o .env e popula os valores em os.environ. A chave nunca aparece no código.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 as variáveis vêm do orquestrador (Docker, secret do Kubernetes), não de um .env no disco.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python-dotenv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"OPENAI_API_KEY=sk-..." &gt; .env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".env" &gt;&gt; .gitignore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model="gpt-4o-mini",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chave vem do ambiente, nunca de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uma string literal no codigo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Trocar de provedor sem tocar no agente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5029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muda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ChatOllama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apenas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llama.cpp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base_url para a porta 8080 e model livre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base_url para a porta 8000 e o id do modelo no 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ChatOpenAI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chave; sem base_url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ChatHuggingFace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carrega o modelo no processo; dia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com @tool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função. O schema sai das anotações.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À DUPLICAÇÃO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decorador @tool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langchain.tools import tool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calcular(expressao: str) -&gt; str: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"""Avalia uma expressao aritmetica e devolve o resultado exato.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SEMPRE que houver conta, mesmo simples.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expressao: expressao aritmetica, ex: '950 * 24'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str(_avaliar(ast.parse(expressao, mode="eval").body))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print(calcular.name)                            # calcular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print(calcular.description)                     # a docstring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print(calcular.args_schema.model_json_schema()) # o JSON que ontem voce escreveu a mao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schema sai das anotações de tipo. A descrição sai da docstring. A duplicação de ontem desaparece.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ferramenta, ontem e hoje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1: à mão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Python separada do schema JSON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repetido em três lugares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validação antes de executar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exige subir o agente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20 linhas por ferramenta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2: com @tool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anotada, e nada mais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definido uma vez só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 antes da execução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calcular.invoke({...}) testa isolado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8 linhas por ferramenta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REGRAS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economiza horas depois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são obrigatórias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expressao: str o schema sai vazio e o modelo inventa os argumentos. É o bug mais comum de quem começa, e ele não dá erro: só faz o agente errar.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e sem acento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provedores rejeitam outros formatos, e modelos pequenos erram mais com nomes exóticos. Vale para nome de ferramenta e de argumento.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docstring é prompt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vai literalmente para dentro do contexto do modelo. Escreva-a para o modelo, não para o colega: diga QUANDO usar, não só o que faz.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DOCSTRING É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descrições da mesma ferramenta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ignora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"Busca documentos."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"Função de busca semântica no índice."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"Retorna uma lista de trechos."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implementação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diz em que situação usar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usa na hora certa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"Busca trechos na base local de documentos."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ANTES de afirmar qualquer coisa sobre o conteúdo dos documentos."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a resposta depender de um documento, chame esta ferramenta primeiro."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gatilho de uso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em três linhas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EXPLÍCITO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quando os argumentos são mais que uma string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749040" cy="32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concretos, não decorativos: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92096"/>
            <a:ext cx="3749040" cy="3697224"/>
          </a:xfrm>
          <a:prstGeom prst="roundRect">
            <a:avLst>
              <a:gd name="adj" fmla="val 247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438400"/>
            <a:ext cx="3310128" cy="340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ge=1, le=10 impede o modelo de pedir k=5000 e estourar o contexto.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vira um enum no schema, e o modelo passa a escolher entre três valores em vez de inventar o quarto.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vier k igual a "quatro", o Pydantic devolve erro de validação ANTES de a função rodar.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676656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4956048" y="1828800"/>
            <a:ext cx="6364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BuscaArgs(BaseModel):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consulta: str = Field(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description="Termos em linguagem natural")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k: int = Field(default=4, ge=1, le=10,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description="Quantos trechos retornar")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fonte: Literal["docs", "notas", "todos"] = Field(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default="todos", description="Onde procurar")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@tool(args_schema=BuscaArgs)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buscar_documentos(consulta: str, k: int = 4,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fonte: str = "todos")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"""Busca trechos relevantes na base local."""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EXECUÇÃO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ToolRuntime: o que o modelo não vê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a ferramenta precisa de algo que o modelo não deve escolher: quem chamou, uma conexão de banco, a configuração do usuário.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393192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49300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parâmetro runtime NÃO aparece no schema mandado ao modelo. Ele é injetado pelo framework.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código antigo você verá InjectedState e InjectedStore. ToolRuntime é a interface única que substituiu as duas.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langchain.tools import tool, ToolRuntime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ultima_pergunta(runtime: ToolRuntime) -&gt; str: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"""Recupera a ultima pergunta do usuario."""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reversed(runtime.state["messages"]):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m.type == "human":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m.content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"nenhuma"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modelo ve apenas: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ultima_pergunta()  -&gt; sem argumentos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runtime chega por injecao, nao por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decisao do LLM.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classes de erro, dois tratamentos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Recuperável pelo modelo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não existe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fora do intervalo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sem resultado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com letra no meio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Devolva string começando com ERRO: dizendo o que fazer diferente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recuperável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fora do 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inválida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cheio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no seu código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 a exceção e deixe o harness decidir se tenta de novo ou aborta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INVISÍVEL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 virou código testável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testes/test_ferramentas.py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ferramentas import calcular, ler_arquivo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test_calcula_certo():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calcular.invoke({"expressao": "950 * 24"}) == "22800"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test_rejeita_expressao_invalida():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saida = calcular.invoke({"expressao": "import os"})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saida.startswith("ERRO:")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test_nao_sai_da_pasta():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saida = ler_arquivo.invoke({"caminho": "../../etc/passwd"})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"fora da pasta" in saida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test_erro_lista_alternativas():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saida = ler_arquivo.invoke({"caminho": "nao_existe.md"})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"ERRO" in saida and ".md" in saida    # sugere os arquivos que existem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modelo foi carregado para rodar estes quatro testes. Eles rodam em milissegundos, no CI, a cada commit.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ferramentas o modelo aguenta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Escolha quase sempre certa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Nada; siga em frente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Começam confusões entre nomes parecidos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 distintos e description com gatilho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a 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de escolha visível, sobretudo em modelo pequeno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 por especialidade, ou filtrar por 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de 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bloco de schemas domina o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Dividir em agentes especialistas (dia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antes do intervalo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nunca chama a sua ferramenta nova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olha primeiro?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manda k=5000 e o contexto estoura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faltou no schema?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quebrou e o agente morreu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erro recuperável ou não?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loop, de novo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sumiu e o que ficou.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DIRETA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loop, agora com objetos do LangChain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llm_com_tools = llm.bind_tools([calcular, ler_arquivo, buscar_documentos])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= {t.name: t for t in FERRAMENTAS}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rodar(pergunta: str, max_passos: int = 8):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= [SystemMessage(SISTEMA), HumanMessage(pergunta)]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range(max_passos):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ai = llm_com_tools.invoke(msgs)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msgs.append(ai)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ai.tool_calls: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ai.content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tc in ai.tool_calls: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saida = REGISTRO[tc["name"]].invoke(tc["args"])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msgs.append(ToolMessage(content=str(saida), tool_call_id=tc["id"]))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"limite de passos atingido"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Sumiu: montar schema à mão, json.loads dos argumentos, validação de tipo. Ficou: exatamente o que é decisão de projeto.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framework assumiu e o que continua com você</a:t>
            </a:r>
            <a:endParaRPr lang="en-US" sz="3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94992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 o schema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você, à mão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derivado da 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Converter argumentos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json.loads manual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vem como 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tipos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havia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Pydantic, antes de executar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da mensagem de 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montado à mão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quando parar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o que entra no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se a resposta presta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tipos de mensagem</a:t>
            </a:r>
            <a:endParaRPr lang="en-US" sz="3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029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produz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Instruções, papel, formato de saída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usuário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pergunta ou o comando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de resposta ou tool_calls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seu executor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resultado real, amarrado por tool_call_id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ATALHO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create_agent?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LangChain traz um atalho que embrulha esse loop inteiro em uma linha.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26792"/>
            <a:ext cx="4114800" cy="3462528"/>
          </a:xfrm>
          <a:prstGeom prst="roundRect">
            <a:avLst>
              <a:gd name="adj" fmla="val 2641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673096"/>
            <a:ext cx="3675888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é justamente por isso que ele não foi ensinado primeiro.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vê create_agent no primeiro contato acha que agente é uma função pronta. Quem escreveu o loop duas vezes sabe o que essa linha esconde, e sabe onde intervir.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 protótipo. A partir do dia 3, montamos o grafo explicitamente.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321808" y="1828800"/>
            <a:ext cx="5998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 = create_agent(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model=llm,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tools=[calcular, ler_arquivo],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system_prompt=SISTEMA,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agente.invoke({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"messages": [HumanMessage("Quanto e 950*24?")]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print(r["messages"][-1].content)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próprio ou create_agent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loop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precisa de condição de parada específica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instrumentar cada volta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injetar ou podar contexto no meio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ensinando alguém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create_agent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para validar uma ideia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padrão serve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ferramentas, tarefa curta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vai migrar para LangGraph depois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manhã: migrar o NEXUS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as duas ferramentas de ontem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ler_arquivo viram @tool. Conte as linhas antes e depois e anote a diferença.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listar_arquivos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ferramenta, com docstring escrita para o modelo: diga quando usar, não só o que faz.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loop novo com as quatro paradas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Traga do dia 1 as condições de repetição e de teto de tokens; elas não vêm do framework.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dois erros de propósito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com tipo errado e arquivo inexistente. Anote no caderno de falhas como o modelo reagiu a cada um.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quatro testes de ferramenta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carregar modelo nenhum. É o que vai rodar no CI a semana toda.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livre não encadeia.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ISTO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livre não encadeia.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149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a saída do modelo é um parágrafo, o próximo passo do seu sistema precisa interpretar prosa: procurar a palavra aprovado, adivinhar onde está a nota, torcer para o formato não mudar. Com um objeto validado, o próximo passo lê um campo. É a diferença entre um pipeline e uma corrente de gambiarras.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VEZ DE 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with_structured_output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declara o formato como uma classe Pydantic, e recebe uma instância validada em vez de uma string.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393192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49300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é um objeto de verdade: r.veredito é um campo, não um trecho de texto que você localizou com regex.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Field com ge e le não é enfeite: ele entra no schema que o modelo lê e reduz a chance de vir nota 11.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Avaliacao(BaseModel):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"""Avaliacao de um relatorio."""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nota: int = Field(ge=0, le=10)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veredito: Literal["aprovado", "revisar"]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problemas: list[str] = Field(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default_factory=list)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avaliador = llm.with_structured_output(Avaliacao)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avaliador.invoke(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"Avalie: 'O Brasil tem 3 estados 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 fica na Europa.'")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print(r.veredito, r.nota, r.problemas)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revisar 1 ['numero de estados errado', ...]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BAIXO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mecanismos, conforme o backend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forçado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schema vira uma ferramenta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obrigado a chamá-la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qualquer backend com tool calling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caminho padrão do LangChain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quando o modelo emite JSON malformado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JSON ou gramática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restringe a geração ao schema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e vLLM suportam gramática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fora do formato são impossíveis, não improváveis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mais robusto quando disponível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suporte do servidor, não só do modelo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LOCAL NÃO COLABORA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defesas, nesta ordem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o schema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campos rasos funcionam muito melhor que dois objetos aninhados. Modelos pequenos erram em profundidade, não em largura.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1119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1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837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exemplo no prompt de sistema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4038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exemplo bem formatado costuma valer mais que três parágrafos de instrução.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387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38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3644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Envolva com retry reinjetando o erro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9305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ValidationError e mande a mensagem do erro de volta ao modelo: sua resposta anterior falhou porque X.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meça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745736"/>
            <a:ext cx="102412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tentativas necessárias muda muito entre modelos. É um dos melhores critérios práticos para escolher modelo para agente.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TERCEIRA DEFESA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que reinjeta o erro de validação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ValidationError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estruturado_com_retry(llm, modelo_saida, prompt, tentativas=3):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estruturado = llm.with_structured_output(modelo_saida)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= [HumanMessage(prompt)]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range(tentativas):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estruturado.invoke(msgs)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(ValidationError, ValueError) as e: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i == tentativas - 1: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raise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msgs.append(AIMessage("(saida invalida)"))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msgs.append(HumanMessage(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f"Sua resposta anterior falhou na validacao: {e}\n"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f"Responda de novo, corrigindo APENAS o que foi apontado."))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RuntimeError("inalcancavel")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camada de feedback do dia 1 em doze linhas: o erro volta ao contexto em linguagem que o modelo consegue usar.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anotar no caderno de falhas</a:t>
            </a:r>
            <a:endParaRPr lang="en-US" sz="3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560320"/>
                <a:gridCol w="2560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Tentativas até validar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raso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aninhado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qwen3:4b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llama3.1:8b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outro que você tenha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structured output é obrigatório?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o passo seguinte do seu código fizer um if sobre a saída.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4736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5904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4565904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6528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retry funciona?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5904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erro de validação é feedback: ele volta ao contexto em linguagem que o modelo consegue usar.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9392" y="1737360"/>
            <a:ext cx="3432048" cy="4206240"/>
          </a:xfrm>
          <a:prstGeom prst="roundRect">
            <a:avLst>
              <a:gd name="adj" fmla="val 2664"/>
            </a:avLst>
          </a:prstGeom>
          <a:solidFill>
            <a:srgbClr val="F2F0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056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905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11184" y="1920240"/>
            <a:ext cx="260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coisa a tentar quando falha?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90560" y="2395728"/>
            <a:ext cx="302971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Achatar o schema. Só depois exemplo no prompt, e só depois retry.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LCEL, callbacks e streaming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Composição, e o que dá para observar enquanto roda.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operador pipe e a interface Runnable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Runnable ganha de graça: invoke, batch, stream, ainvoke e configuração em tempo de execução.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393192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49300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LCEL para pipelines determinísticos: prompt, depois modelo, depois parser.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fluxo com ramificação, loop e estado, a ferramenta certa é o LangGraph, e é para lá que vamos amanhã.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ChatPromptTemplate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langchain_core.output_parsers import StrOutputParser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("system", "Voce e {papel}. Tom {tom}."),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("placeholder", "{historico}"),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("human", "{pergunta}"),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cadeia = prompt | llm | StrOutputParser()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cadeia.invoke({"papel": "analista", "tom": "direto",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"historico": [], "pergunta": "O que e mediana?"})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PASSOS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Cadeias sequenciais com saída em JSON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Resumo(BaseModel):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titulo: str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pontos_chave: list[str] = Field(description="3 a 5 itens")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sentimento: str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 = JsonOutputParser(pydantic_object=Resumo)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prompt_resumo = ChatPromptTemplate.from_messages([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("system", "Resuma o texto no formato pedido.\n{formato}"),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("human", "{texto}"),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]).partial(formato=parser.get_format_instructions())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prompt_traducao = ChatPromptTemplate.from_template(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"Traduza pontos_chave de {resumo} para ingles.")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passo 1 (dict = RunnableParallel) -&gt; passo 2 -&gt; passo 3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cadeia = ({"resumo": prompt_resumo | llm | parser}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prompt_traducao | llm | StrOutputParser())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dicionário dentro de uma cadeia LCEL vira um RunnableParallel implícito: cada chave roda sua sub-cadeia, e o resultado alimenta o passo seguinte com aquele nome.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LCEL, quando grafo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resolve bem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fixa de passos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ramificação condicional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loop de correção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estado que sobrevive à chamada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resumir, depois traduzir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LangGraph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diferentes conforme o resultado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até um critério de qualidade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aprovação humana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persistido entre execuções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o NEXUS inteiro, a partir de amanhã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a resposta enquanto ela é gerada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1148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Runnable expõe stream. Em modelo local, isso muda completamente a percepção de velocidade: o primeiro token sai em menos de um segundo, mesmo que a resposta inteira leve trinta.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30880"/>
            <a:ext cx="4114800" cy="275844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377184"/>
            <a:ext cx="3675888" cy="246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é apresentação, não arquitetura. A decisão de chamar ferramenta só existe quando a mensagem termina, então o loop do agente não muda.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3 o LangGraph estende isso: dá para transmitir também os passos do grafo, e não só os tokens.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321808" y="1828800"/>
            <a:ext cx="59984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pedaco in cadeia.stream({"pergunta": "..."}):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print(pedaco, end="", flush=True)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nivel do modelo: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tok in llm.stream("Explique embeddings"):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print(tok.content, end="", flush=True)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versao assincrona, para servidor web: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for pedaco in cadeia.astream(entrada):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enviar(pedaco)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Instrumentar sem sujar o código de negócio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93192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callback recebe eventos do ciclo de vida: início e fim de modelo, início e fim de ferramenta, erro. É o gancho de observabilidade do LangChain.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393192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349300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é a instrumentação do dia 1 sem poluir a função de negócio: em vez de prints espalhados, um objeto que você liga e desliga por configuração.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4 trocamos este handler artesanal por LangSmith ou Langfuse, que fazem o mesmo com interface e persistência.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138928" y="1828800"/>
            <a:ext cx="618134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langchain_core.callbacks import BaseCallbackHandler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Contador(BaseCallbackHandler):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self.chamadas, self.tokens = 0, 0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on_llm_end(self, resposta, **kw):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self.chamadas += 1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uso = resposta.llm_output or {}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self.tokens += uso.get("token_usage", {}).get(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"total_tokens", 0)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on_tool_start(self, ferramenta, entrada, **kw):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  -&gt; {ferramenta['name']}({entrada[:60]})")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Contador()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cadeia.invoke(entrada, config={"callbacks": [c]})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print(c.chamadas, c.tokens)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BLOCO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 observa. Hook decide.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149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essa frase: ela separa a camada de feedback da camada de constraints, e evita o erro clássico de tentar impedir comportamento com um mecanismo que só sabe registrar. Amanhã, no LangGraph, a diferença vira código.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por baixo do RAG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RAG funciona, antes de indexar a primeira pasta.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RAG RESOLVE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peça ao modelo que lembre o fato.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Busque o fato e coloque na frente dele.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lição do dia 1, agora aplicada a documentos: o modelo não tem acesso ao seu mundo. RAG converte uma tarefa em que LLM é ruim, lembrar um fato específico, numa tarefa em que ele é muito bom, ler e resumir o que está na tela. E por isso toda resposta do NEXUS exige a fonte: a citação é a prova de que veio de recuperação, e não de memória.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FORMAS DE PERSONALIZAR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e RAG resolvem problemas diferentes</a:t>
            </a:r>
            <a:endParaRPr lang="en-US" sz="3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389120"/>
                <a:gridCol w="4389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muda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pesos do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entra no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Conhecimento novo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Aprendido nos exemplos de treino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Buscado em tempo de 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Atualizar o conhecimento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Retreinar: caro e lento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o documento: imediato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Rastreabilidade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Nenhuma; é intuição do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Alta; dá para citar a fonte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Ensinar um estilo ou formato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Ensinar fatos que mudam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DA BUSCA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e métricas de similaridade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297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embedding transforma texto num vetor tal que textos com significado parecido geram vetores próximos. Próximo precisa de uma métrica.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29768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385876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Cosseno mede o ângulo entre os vetores e ignora a magnitude. É o padrão de fato para embeddings de texto, porque a magnitude costuma refletir o tamanho do texto, não o significado.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Euclidiana mede a distância em linha reta. Mais comum em embeddings de imagem, ou quando os vetores já estão normalizados, caso em que as duas ordenam igual.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Chroma usa cosseno por padrão.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691640"/>
            <a:ext cx="621792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504688" y="1828800"/>
            <a:ext cx="581558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similaridade_cosseno(a, b):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angulo entre vetores. [-1, 1], 1 = identico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np.dot(a, b) / 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np.linalg.norm(a) * np.linalg.norm(b))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distancia_euclidiana(a, b):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distancia em linha reta. 0 = identico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np.linalg.norm(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np.array(a) - np.array(b))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CORTANDO O 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estratégias de chunking</a:t>
            </a:r>
            <a:endParaRPr lang="en-US" sz="34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292608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corta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caracteres exatos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e rápido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Corta frases e tabelas ao meio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 parágrafo, depois linha, depois espaço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Respeita a estrutura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corta mal texto sem estrutura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sobreposição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 um acima, repetindo N caracteres entre trechos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frase cortada aparece inteira em algum trecho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 o índice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FORMATOS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Metadados e PDF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480560" cy="10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 não é enfeite: source vira a citação da fonte na resposta, e filtrar por metadado antes da busca é mais barato e mais preciso que buscar em tudo e descartar depois.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96184"/>
            <a:ext cx="4480560" cy="2993136"/>
          </a:xfrm>
          <a:prstGeom prst="roundRect">
            <a:avLst>
              <a:gd name="adj" fmla="val 305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142488"/>
            <a:ext cx="4041648" cy="270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docs/ do NEXUS é só Markdown, mas a maioria dos documentos do mundo real é PDF. O padrão muda pouco: o resto do pipeline, splitter, embedding e Chroma, é idêntico.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escaneado, que é imagem sem texto selecionável, precisa de OCR antes.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1828800"/>
            <a:ext cx="56327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 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import PyPDFLoader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PyPDFLoader("contrato.pdf")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paginas = loader.load()   # 1 Document por pagina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print(paginas[0].metadata)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{'source': 'contrato.pdf', 'page': 0}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 por metadado na busca: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banco.similarity_search(consulta, k=4,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filter={"fonte": "2024_relatorio.md"})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 DO BLOCO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Chunk, métrica e filtro são decisões de projeto.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biblioteca só executa a decisão.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388360"/>
            <a:ext cx="10149840" cy="264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padrão do dia inteiro: o framework tira o trabalho mecânico e devolve para você exatamente as escolhas que importam. Quem aceita o padrão sem medir está terceirizando a decisão para quem escreveu o exemplo do README.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local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Dando documentos ao agente sem estourar o contexto.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arquivo ao trecho relevante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60320" y="2880360"/>
            <a:ext cx="3200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983480" y="2880360"/>
            <a:ext cx="3200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406640" y="2880360"/>
            <a:ext cx="3200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46920" y="2880360"/>
            <a:ext cx="3200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744200" y="3474720"/>
            <a:ext cx="0" cy="86868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95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27889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arquivos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80360" y="228600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90088" y="27889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em trechos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~800 chars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0" y="228600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13248" y="27889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trecho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um vetor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26680" y="22860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395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36408" y="27889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persistido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966960" y="22860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933A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395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76688" y="27889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8E4F2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531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do agente vira vetor e busca os k trechos mais próximos, com a fonte junto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primeiros passos acontecem uma vez, na indexação. Só o último acontece a cada pergunta.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parâmetros que merecem discussão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37490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chunk_size: pedaço grande carrega contexto mas dilui o significado no vetor; pedaço pequeno é preciso mas perde o entorno. De 500 a 1000 caracteres é um bom começo para português.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30880"/>
            <a:ext cx="3749040" cy="2758440"/>
          </a:xfrm>
          <a:prstGeom prst="roundRect">
            <a:avLst>
              <a:gd name="adj" fmla="val 3315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3377184"/>
            <a:ext cx="3310128" cy="246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separators: cortar em cabeçalho de Markdown respeita a estrutura do documento. Cortar no meio de uma frase produz trechos que não fazem sentido isolados, e o modelo recebe lixo bem formatado.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676656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4956048" y="1828800"/>
            <a:ext cx="6364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DirectoryLoader("docs/", glob="**/*.md",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loader_cls=TextLoader).load()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partes = RecursiveCharacterTextSplitter(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chunk_size=800,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chunk_overlap=120,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separators=["\n## ", "\n### ", "\n\n", "\n", " "],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).split_documents(docs)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 = Chroma.from_documents(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partes, emb, persist_directory=".chroma")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Metadado de origem é requisito, não enfeite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794760"/>
          </a:xfrm>
          <a:prstGeom prst="roundRect">
            <a:avLst>
              <a:gd name="adj" fmla="val 2410"/>
            </a:avLst>
          </a:prstGeom>
          <a:solidFill>
            <a:srgbClr val="0F0C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@tool(args_schema=BuscaArgs)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buscar_documentos(consulta: str, k: int = 4) -&gt; str: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"""Busca trechos relevantes na base local de documentos.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ANTES de afirmar qualquer coisa sobre o conteudo dos documentos.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achados = banco.similarity_search(consulta, k=max(1, min(k, 8)))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achados: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"Nenhum trecho relevante encontrado. Tente outros termos."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"\n\n---\n\n".join(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f"[fonte: {Path(d.metadata['source']).name}]\n{d.page_content}"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 in achados)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fonte, o agente não consegue citar de onde tirou a informação, e um relatório sem fonte é inútil para quem vai decidir com base nele.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BUSCA ERRA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rápido de RAG</a:t>
            </a:r>
            <a:endParaRPr lang="en-US" sz="3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47472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provável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tentar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 trecho de assunto vizinho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chunk_size grande demais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Reduzir e ajustar separadores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 o mesmo trecho repetido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chunk_overlap alto demais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Baixar para 10 a 15 por cento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acha o que está escrito literalmente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vetorial não é busca textual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Combinar com busca por palavra-chave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 ótimos em inglês, ruins em português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embedding monolíngue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por um multilíngue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 de versão antiga do documento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não reconstruído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Apagar o persist_directory e reindexar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tarde: RAG no NEXUS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 a pasta docs/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documentos da Cooperativa Vale Verde, com chunk_size 800 e sobreposição 120, persistido em .chroma.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780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buscar_documentos com Pydantic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limite de k, filtro por fonte e a citação da origem em cada trecho retornado.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101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28269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três chunk_size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 800 e 1500 na mesma pergunta. Anote qual trouxe o trecho certo e por quê.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uma pergunta que exige buscar E calcular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471416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 faturamento de 2023 e 2024 e diga a média. O agente precisa encadear as duas ferramentas.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4690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no fim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0352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Devolva um Relatorio validado, com resposta, lista de fontes e nível de confiança.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 hoje, e a pergunta de amanhã.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ficou pronto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94376" cy="4206240"/>
          </a:xfrm>
          <a:prstGeom prst="roundRect">
            <a:avLst>
              <a:gd name="adj" fmla="val 2174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4C3A8C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92024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Manhã: o NEXUS migrado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48920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 @tool, docstring escrita para o modelo, Pydantic validando antes da execução, quatro testes rodando sem carregar modelo, e o loop com as quatro condições de parada.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37360"/>
            <a:ext cx="5294376" cy="4206240"/>
          </a:xfrm>
          <a:prstGeom prst="roundRect">
            <a:avLst>
              <a:gd name="adj" fmla="val 2174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8933A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48856" y="1920240"/>
            <a:ext cx="447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Tarde: RAG e structured output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8232" y="2395728"/>
            <a:ext cx="48920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docs/ indexada, buscar_documentos citando a fonte, a comparação de três chunk_size, uma resposta que exigiu buscar e calcular, e um Relatorio validado no fim.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clássicos do dia 2</a:t>
            </a:r>
            <a:endParaRPr lang="en-US" sz="34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args_schema vazio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anotação de 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Anote todos os parâmetros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ignora a ferramenta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Docstring diz o que faz, não quando usar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Reescreva com o gatilho de uso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with_structured_output falha sempre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aninhado demais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Achate o schema e dê um exemplo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traz trechos irrelevantes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chunk_size grande demais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Reduza e ajuste os separadores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 devolve resultados antigos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persist_directory reaproveitado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Apague .chroma ao reindexar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ToolMessage sem par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tool_call_id faltando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ToolMessage por tool call, sempre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PERMANENTE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caderno de falhas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falha real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pediu, o que o agente fez, e qual componente do harness estava errado.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vira regra ou teste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dá para virar teste, vira teste. Se não dá, vira linha de instrução. É a escola do Hashimoto, do dia 1.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no fim de cada dia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minutos. É o que transforma tentativa e erro em conhecimento acumulado.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20395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39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17652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para o trabalho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33138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prática mais barata deste curso e a que mais rende depois que a semana acabar.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cinco camadas, e o que fizemos hoje</a:t>
            </a:r>
            <a:endParaRPr lang="en-US" sz="34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construímos hoje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aprofunda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Docstrings escritas para o modelo, prompt templates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3, no prompt de cada nó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validando antes de executar, ToolRuntime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3, com hooks que negam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que reinjeta o erro, testes de 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4, com agente avaliador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Ainda nada; o histórico morre com a 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3, com checkpointer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LCEL para sequência fixa, e só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 3 e 4, com grafo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AMANHÃ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nosso loop ainda é um for com max_passos.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149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para pausar no meio e pedir aprovação humana? Para retomar amanhã de onde parou? Para ter dois caminhos diferentes conforme o que a ferramenta devolveu? Para rodar três análises em paralelo? Com for e if, tudo isso vira uma função de trezentas linhas que ninguém consegue depurar. Amanhã trocamos o for por um grafo.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CASA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textos e uma prática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do LangChain sobre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75104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parte de ToolRuntime e de tratamento de erro; é o que menos aparece em tutorial.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9859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985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47116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Writing effective tools for agents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27782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texto curto sobre description e Agent-Computer Interface.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512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3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2384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reescreva uma docstring do trabalho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80460"/>
            <a:ext cx="1024128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uma função real do seu projeto e escreva a description como se fosse para o modelo. Traga amanhã.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3">
    <p:bg>
      <p:bgPr>
        <a:solidFill>
          <a:srgbClr val="4C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560320" y="2057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A - Make e n8n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60320" y="32004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excedente: slides ocultos, fora do tempo de aula.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4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CURSO DE CODIGO FALA DE PLATAFORMA SEM CODIGO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Veja o mesmo conceito duas vezes, para saber que era conceito e nao sintaxe.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escreveu a mao um laco que decide, um registro de ferramentas, um roteador condicional, um estado que persiste e um ponto de aprovacao humana. O Make e o n8n tem todas essas pecas, com outros nomes, desenhadas na tela. Quem entende o que voce entende reconhece cada uma. Quem so arrasta caixas nao faz o caminho inverso.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TRADUCAO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Voce ja sabe tudo isso, com outros nomes</a:t>
            </a:r>
            <a:endParaRPr lang="en-US" sz="34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voce escreveu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Make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n8n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laco principal / o fluxo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Cenario (scenario)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ferramenta / uma 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(module)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(node)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dispara a execucao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de gatilho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aresta condicional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+ filtro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IF ou Switch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credencial no .env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item processado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agente com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(montado a mao)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6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SOBRE A PREMISSA DO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o n8n auto-hospedado mantem o dado dentro de casa.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Make e servico de nuvem, sem versao local, pago por operacao. O Copilot Studio e nuvem Microsoft. O n8n roda no seu servidor e tem um no de modelo de chat para Ollama - da para montar um fluxo em que nenhum byte sai da rede. Por isso o laboratorio deste anexo e em n8n; o Make entra como leitura comparativa.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MAKE: OS TIPOS DE MODULO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116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tipos, todos com equivalente no que voce sabe</a:t>
            </a:r>
            <a:endParaRPr lang="en-US" sz="34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94992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206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no curso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 o cenario: webhook ou agendado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while True mais o input()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 e-mail, cria linha, chama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ferramenta @tool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registros e devolve zero ou mais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buscar_documentos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 array e emite um bundle por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for, ou o Send do dia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 varios bundles em 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join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E FILTRO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aresta condicional, desenhada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920240" y="329184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3931920" y="2194560"/>
            <a:ext cx="1005840" cy="109728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31920" y="3291840"/>
            <a:ext cx="10058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31920" y="3291840"/>
            <a:ext cx="1005840" cy="109728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E8E4F2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35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68880" y="292608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182880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38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47488" y="2331720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filtro: intencao = spam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7760" y="292608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humano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429000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filtro: urgencia = alta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402336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133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47488" y="4526280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filtro: fallback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Diferenca que gera bug silencioso: no Make o bundle desce por TODOS os ramos cujo filtro passa. No LangGraph a funcao de roteamento devolve UM destino. Desenho parecido, semantica diferente.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COMPARACAO HONESTA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Cenario no Make x email_assistente.py</a:t>
            </a:r>
            <a:endParaRPr lang="en-US" sz="34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Cenario Make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 Python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ate funcionar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 40 minutos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4 horas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automatizado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Praticamente inexistente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sem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sai da empresa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Sim, sempre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operacao, cresce com 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Eletrico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mantem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 treinada na 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programa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 com ciclo e 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ilegivel rapido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AUTO-HOSPEDADO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comando, e a plataforma e sua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663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tres diferencas do n8n que importam para quem programa: no de codigo, auto-hospedagem, e no de modelo local.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66344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422452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n8n roda em Docker e o Ollama no host, localhost NAO funciona dentro do conteiner: ele aponta para o proprio conteiner. E o erro numero um de quem monta esse par.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1691640"/>
            <a:ext cx="585216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870448" y="1828800"/>
            <a:ext cx="54498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-it --rm \\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 n8n \\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5678:5678 \\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-v n8n_data:/home/node/.n8n \\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docker.n8n.io/n8nio/n8n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de modelo, dentro do n8n: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Ollama Chat Model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Base URL: http://host.docker.internal:11434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Model:    qwen3:4b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Linux, se host.docker.internal nao resolver: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Base URL: http://172.17.0.1:11434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NO N8N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e Switch: dois nos, duas semanticas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saidas: true e false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Decisao binaria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 urgente ou nao'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segue por UM caminho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2F0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3852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3E7D5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22008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Switch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quatro saidas, ou regras dinamicas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por categoria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'qual das cinco intencoes'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add_conditional_edges com dicionario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de e-mail com FAQ, tudo local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329184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0" y="329184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6492240" y="2148840"/>
            <a:ext cx="548640" cy="114300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92240" y="329184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92240" y="3291840"/>
            <a:ext cx="548640" cy="109728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0" y="2148840"/>
            <a:ext cx="548640" cy="0"/>
          </a:xfrm>
          <a:prstGeom prst="line">
            <a:avLst/>
          </a:prstGeom>
          <a:noFill/>
          <a:ln w="22225">
            <a:solidFill>
              <a:srgbClr val="6B65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E8E4F2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35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Trigger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43200" y="29260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4C3A8C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52928" y="342900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20640" y="29260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035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40880" y="173736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847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no FAQ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50608" y="224028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292608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Sheets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40880" y="402336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2F0F7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4133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92640" y="173736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E8933A"/>
          </a:solidFill>
          <a:ln w="12700">
            <a:solidFill>
              <a:srgbClr val="E8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1847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02368" y="22402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envia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rascunho, nao envia: e o interrupt do dia 3 na unica forma que uma plataforma visual oferece. E reclamacao nao recebe resposta automatica - cliente irritado que percebe robo fica mais irritado.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Nao peca ao modelo para fazer conta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semanal: agendado, le a planilha, agrega, sumariza e envia. O no Code no meio nao e opcional.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61488"/>
            <a:ext cx="4480560" cy="3227832"/>
          </a:xfrm>
          <a:prstGeom prst="roundRect">
            <a:avLst>
              <a:gd name="adj" fmla="val 2833"/>
            </a:avLst>
          </a:prstGeom>
          <a:solidFill>
            <a:srgbClr val="F2F0F7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907792"/>
            <a:ext cx="404164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7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LLM somando trinta linhas de planilha erra, e erra de forma plausivel - que e o pior tipo de erro. Some em JavaScript e mande ao modelo so os numeros prontos.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6035040" cy="4297680"/>
          </a:xfrm>
          <a:prstGeom prst="roundRect">
            <a:avLst>
              <a:gd name="adj" fmla="val 2128"/>
            </a:avLst>
          </a:prstGeom>
          <a:solidFill>
            <a:srgbClr val="0F0C1A"/>
          </a:solidFill>
          <a:ln/>
        </p:spPr>
      </p:sp>
      <p:sp>
        <p:nvSpPr>
          <p:cNvPr id="8" name="Text 6"/>
          <p:cNvSpPr/>
          <p:nvPr/>
        </p:nvSpPr>
        <p:spPr>
          <a:xfrm>
            <a:off x="5687568" y="1828800"/>
            <a:ext cx="563270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Code: agrega ANTES de mandar ao modelo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linhas = items.map(i =&gt; i.json);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linhas.reduce(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(s, l) =&gt; s + Number(l.valor || 0), 0);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porCat = {};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l of linhas) {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porCat[l.categoria] =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(porCat[l.categoria] || 0) + Number(l.valor || 0);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[{ json: {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quantidade: linhas.length,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ticket_medio: linhas.length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total / linhas.length : 0,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por_categoria: porCat,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8D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}}];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4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4, O DETALHE QUE ENSINA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alerta que chega todo dia dizendo 'nada a relatar' e ignorado em uma semana.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junto com ele vai o alerta que importava. Um no IF verificando se a lista esta vazia e a diferenca entre uma automacao util e ruido. O mesmo vale para o alerta de sentimento: mande o TEXTO original, nao so o rotulo - 'negativo: esperei nove dias por uma resposta' ja entrega o problema resolvido pela metade.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 AI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7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 3 inteiro, numa caixa</a:t>
            </a:r>
            <a:endParaRPr lang="en-US" sz="34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Sub-no que voce conecta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era no curso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A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LLM, inclusive Ollama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ChatOllama(...)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historico da conversa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checkpointer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ou varias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7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lista FERRAMENTAS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2 - LangChain: ferramentas, structured output e RAG local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6">
    <p:bg>
      <p:bgPr>
        <a:solidFill>
          <a:srgbClr val="17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9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 AVALIACAO INFORMAL DO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DEA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Desenhe no quadro o que acontece dentro daquela caixa.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149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fez o dia 1 desenha certo: quantas chamadas ao modelo, em que ordem, o que entra no contexto de cada uma. Cabe em cinco minutos e diz mais sobre o aprendizado da turma que qualquer prova. A regra que fica: use a caixa quando o agente for simples e a integracao for o trabalho; escreva o laco quando o laco for o trabalho.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2 - LangChain e Python: criando ferramentas</dc:title>
  <dc:subject>PptxGenJS Presentation</dc:subject>
  <dc:creator>Curso Multi-Agente com Modelos Locais</dc:creator>
  <cp:lastModifiedBy>Curso Multi-Agente com Modelos Locais</cp:lastModifiedBy>
  <cp:revision>1</cp:revision>
  <dcterms:created xsi:type="dcterms:W3CDTF">2026-08-31T15:18:28Z</dcterms:created>
  <dcterms:modified xsi:type="dcterms:W3CDTF">2026-08-31T15:18:28Z</dcterms:modified>
</cp:coreProperties>
</file>