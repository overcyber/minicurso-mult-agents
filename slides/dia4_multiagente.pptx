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Hoje é o dia mais vendido e o mais mal usado do campo. Metade da aula é sobre construir multiagente e a outra metade é sobre não construir quando não precisa.
FAÇA — Retome os dois números do quadro de ontem: nove ferramentas e sessenta linhas de prompt. Eles são o gatilho do dia.
SE PERGUNTAREM 'vamos usar algum framework de multiagente pronto?' — Não. LangGraph já dá tudo que precisamos, e frameworks que escondem a orquestração são exatamente o que não queremos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09:05 - 09:35, 30 min]
O QUE ESTE BLOCO ENTREGA - a turma sai com critério escrito para decidir se divide, e com a expectativa calibrada sobre o custo.
ROTEIRO - o aviso (5) · motivos que justificam e os que não (6) · a conta do custo (5) · o teste do agente único (5) · o que dividir NÃO resolve (5) · checkpoint (4).
SE O TEMPO APERTAR - a conta do custo pode ser dita em voz alta sem slide. O aviso de abertura não 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Comece o dia com este slide, antes de qualquer diagrama bonito. Turmas empolgadas com o tema tendem a dividir sem motivo e depois não conseguem depurar. E depurar cinco agentes é muito mais difícil do que depurar um.
FAÇA — Pergunte quem já pensou em montar uma equipe de agentes no trabalho. Quase todos. Depois pergunte qual falha concreta do agente único justificaria isso. O silêncio é o slide.
SE PERGUNTAREM 'mas todo mundo está fazendo multiagente' — Muita gente está fazendo, e boa parte está gastando mais para entregar menos. O dia 1 mostrou quatro equipes reais: a Anthropic usa três agentes com papéis claros, não quinze com nomes de cargo.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Regra prática: comece com um agente. Divida quando tiver EVIDÊNCIA de falha por um dos motivos da direita, e registre a evidência no caderno de falhas. Evidência significa um número ou um traço, não uma impressão.
FAÇA — Leia o quarto item da esquerda em voz alta e deixe assentar: dar nome de cargo a um prompt não cria competência. Chamar um prompt de Analista Sênior não faz o modelo analisar melhor.
DIGA TAMBÉM — Repare que quatro dos seis motivos da direita são, no fundo, o mesmo motivo: contexto. É por isso que o bloco de context engineering da tarde é o coração conceitual do dia.
SE PERGUNTAREM 'e o revisor independente, não dá para ser o mesmo agente?' — Dá, e funciona pior. É o achado da Anthropic do dia 1: projetar um avaliador independente é mais fácil que ensinar um gerador a criticar a si mesmo.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segunda coluna é a que ninguém orça: com supervisor, toda transição gasta uma chamada de modelo que não produz trabalho nenhum, só decide quem trabalha. Num fluxo de seis passos, isso é seis chamadas puramente administrativas.
FAÇA — Peça que estimem o custo em tokens de uma execução da equipe deles antes de construí-la. Depois, no fim do dia, comparem com o número real. A diferença é sempre para mais.
SE PERGUNTAREM 'dá para reduzir as transições?' — Dá: topologia sequencial elimina o supervisor quando a ordem é fixa, e handoff elimina a volta ao coordenador. As duas estão no próximo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 slide é o roteiro do que fazer na segunda-feira, no projeto real. Ele custa uma tarde e economiza semanas.
FAÇA — Anuncie que o exercício de hoje inclui a tabela comparativa entre duas topologias justamente porque medir é o hábito que queremos instalar.
SE PERGUNTAREM 'e se eu não tiver tempo de medir?' — Então comece com dois agentes: um que faz e um que critica. É a divisão com melhor relação entre custo e benefício, e a que tem evidência mais forte na literatura.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Os três cartões são as três decepções mais comuns de quem monta multiagente esperando mágica. Nenhum problema de camada errada se resolve mudando de topologia.
FAÇA — Ligue cada cartão a uma camada: o primeiro é modelo, o segundo é capability, o terceiro é feedback. Topologia é orchestration, e ela não conserta as outras.
SE PERGUNTAREM 'então quando multiagente realmente ajuda?' — Quando o problema É de contexto ou de independência de julgamento. Esses dois, dividir resolve de verdade. O resto é ilusão.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Deixe responderem. Respostas: (1) não, 2% não é evidência de nada e o custo não se paga; (2) sim, são critérios de sucesso distintos e é o caso clássico de dois papéis; (3) sim, mas por paralelismo, e nem sempre exige agentes diferentes: pode ser o mesmo nó instanciado N vezes, que é o Send da tarde.
DIGA — O caso 3 é o mais interessante porque a resposta é paralelismo, não especialização. São coisas diferentes e a turma costuma confundir.
SE PERGUNTAREM 'no caso 2, quantos agentes?' — Dois. Redator e Crítico. Adicionar um Pesquisador só se houver evidência de que a busca também está atrapalhando.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09:35 - 10:30, 55 min]
O QUE ESTE BLOCO ENTREGA - a turma reconhece e desenha as cinco topologias e escolhe uma com critério para o projeto final.
ROTEIRO - supervisor (7) · handoff (7) · agentes como ferramentas (5) · rede, hierárquico e sequencial (6) · swarm (5) · escolha em cinco perguntas (6) · o ponto mais importante do dia (5) · checkpoint (4).
SE O TEMPO APERTAR - swarm pode ser citado sem slide próprio. O slide do isolamento de contexto é obrigatório.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Se estiver em dúvida, use esta. É a topologia com melhor relação entre poder e legibilidade, e é a que a maioria dos sistemas em produção usa.
FAÇA — Aponte a regra que a torna legível: os especialistas devolvem ao supervisor, nunca entre si. É isso que faz o traço ser uma sequência de decisões em vez de uma teia.
DIGA TAMBÉM — O supervisor não faz trabalho. Ele decide. Se você der ferramentas de trabalho ao supervisor, ele vai fazer o trabalho sozinho e os especialistas viram enfeite; é um erro comum e silencioso.
SE PERGUNTAREM 'o supervisor precisa ser um LLM?' — Nem sempre. Se a regra de escolha é determinística, use Python. Chamar modelo para decidir o que já está decidido é o desperdício mais comum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Use quando o fluxo é naturalmente sequencial e cada agente sabe reconhecer quando terminou o seu pedaço. A economia é real: você elimina uma chamada de modelo por transição.
FAÇA — Aponte a caixa de baixo: o estado compartilhado é o que substitui o supervisor. Ele guarda o histórico e quem está ativo, e é por isso que handoff em grafo funciona sem coordenador.
DIGA TAMBÉM — O risco específico do handoff é o ping-pong: A transfere para B, B devolve para A, e assim por diante. Precisa de contador de transferências no estado, e é item de entrega hoje.
SE PERGUNTAREM 'como o agente sabe quando transferir?' — Pela description da ferramenta de transferência, e ela precisa dizer QUANDO transferir, não o que a transferência faz. É a mesma disciplina do dia 2, agora entre agentes.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Esta é a topologia que a AWS chama de agents as tools, e ela é subestimada. Para muitos casos, é tudo que você precisa: um agente principal com dois ou três subagentes embrulhados como ferramentas.
FAÇA — Aponte a economia conceitual: nada de estado compartilhado, nada de Command, nada de reducer. É só uma ferramenta que por dentro é um agente.
SE PERGUNTAREM 'quando isso não basta?' — Quando o subagente precisa devolver estado estruturado que o principal vai usar em várias etapas, ou quando você precisa pausar no meio do subagente para aprovação. Aí você quer subgrafo, e não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O cartão da direita é o mais importante dos três. Muita gente monta supervisor para um fluxo fixo e paga uma chamada de modelo por transição sem necessidade nenhuma.
FAÇA — Pergunte quantos fluxos do trabalho deles têm ordem realmente fixa. Costuma ser mais do que imaginam, e a economia é imediata.
DIGA TAMBÉM — Rede está aqui para vocês reconhecerem o nome e evitarem. Ela aparece em demonstrações impressionantes e em pouquíssimos sistemas que sobrevivem em produção.
SE PERGUNTAREM 'sequencial não é só um pipeline?' — É exatamente isso, e essa é a graça. Se a resposta ao seu problema é um pipeline, chame de pipeline e não pague por orquestração inteligente.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Swarm é o nome que a AWS e outros usam para esta topologia, e ela vale conhecer porque aparece bastante em material recente. Na prática é rede com estado compartilhado e um protocolo de transferência.
FAÇA — Ligue ao Bot Mode do Hermes Agent, do dia 1: times de especialistas conversando é exatamente isto.
SE PERGUNTAREM 'quando usar?' — Quando o caminho realmente depende do que se descobre no meio, como em investigação e diagnóstico. Se você consegue desenhar o fluxo de antemão, não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Estas cinco perguntas cabem num post-it e resolvem noventa por cento das decisões. A última é a mais honesta: na dúvida, supervisor.
FAÇA — Peça que respondam as cinco por escrito para o projeto final. Isso entra na rubrica de avaliação, e responder por escrito obriga a justificar.
SE PERGUNTAREM 'dá para misturar topologias?' — Dá e é comum: um supervisor no topo com um subtime sequencial dentro. Hierárquico é literalmente isso. Só não misture sem motivo, porque cada mistura é mais uma coisa para depurar.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Se a turma só levar uma frase do dia 4, que seja esta. Escreva no quadro e deixe lá.
FAÇA — Peça que, no laboratório, imprimam os tokens de entrada de cada especialista. Quem passou o histórico inteiro vai ver números quase iguais entre os agentes, e é o sintoma.
DIGA TAMBÉM — Isto é a razão física do multiagente. Não é organização, não é elegância: é orçamento de contexto. O bloco da tarde desenvolve exatamente isso.
SE PERGUNTAREM 'e se o especialista precisar de contexto anterior?' — Passe o que ele precisa, explicitamente, como parte da instrução. A diferença entre passar tudo e passar o que importa é a diferença entre um sistema que escala e um que estoura.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Deixe responderem antes de revelar. Respostas: (1) sequencial, e nem precisa de LLM para rotear; (2) supervisor, porque há decisão de rota e você quer rastro; (3) swarm ou handoff, porque o caminho emerge.
DIGA — Se a turma acertar as três, o laboratório vai bem.
SE PERGUNTAREM 'no 1, então não é multiagente?' — É composição, e chamar de multiagente ou de pipeline não muda nada. O que importa é não pagar por decisão que já foi tomada.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10:45 - 12:15, 90 min]
O QUE ESTE BLOCO ENTREGA - a equipe do NEXUS rodando nas duas topologias, com limite de ciclo e isolamento de contexto verificado.
ROTEIRO - a ferramenta de handoff (7) · as três fontes de bug (4) · supervisor em duas implementações (7) · a fábrica de especialistas (6) · prompts dos quatro papéis (6) · limite de ciclo (6) · enunciado (4) · laboratório (50).
SE O TEMPO APERTAR - o slide dos prompts pode virar leitura da apostila, mas avise: os prompts valem mais que 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Esta é uma fábrica de ferramentas: você chama uma vez por destino e recebe a ferramenta pronta. O parâmetro quando é a description, e é o que decide se o agente vai transferir na hora certa.
FAÇA — Digite ao vivo e depois crie três handoffs numa linha cada. Ver a fábrica gerar três ferramentas com uma linha cada convence sobre o padrão.
DIGA TAMBÉM — O campo motivo não é enfeite: ele vira o log de decisão do sistema. Quando o roteamento começar a errar, é a primeira coisa que você vai ler.
SE PERGUNTAREM 'por que passar o state inteiro no update?' — Porque o handoff acontece dentro do subgrafo do agente e o histórico precisa subir junto. É um detalhe da implementação atual, e é o tipo de coisa que o próximo slide cobre.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Estes três respondem por quase todo o suporte deste bloco. Vale ler antes de a turma começar, e não depois.
FAÇA — Peça que anotem os três no caderno de falhas antes mesmo de errar. É a única vez do curso em que eu recomendo isso.
SE PERGUNTAREM 'o terceiro é mesmo bug?' — É o pior dos três, porque não gera erro: o sistema roda e transfere na hora errada. Bug silencioso custa mais que bug ruidoso.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Este experimento comparativo ensina mais sobre modelos locais do que uma hora de slide. Reserve tempo para ele de verdade.
FAÇA — Rode as duas versões ao vivo com a mesma pergunta. Em modelo pequeno, a versão B costuma ganhar de forma visível, e é contraintuitivo para quem espera que estrutura explícita seja sempre melhor.
DIGA TAMBÉM — O campo instrucao da versão A é o que implementa o isolamento de contexto: o supervisor escreve a tarefa do especialista em vez de repassar a conversa.
SE PERGUNTAREM 'qual usar no projeto final?' — A que ganhar na medição de vocês, e a medição faz parte da entrega. Não aceite a minha resposta nem a do tutorial.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As duas linhas comentadas são o dia inteiro. A primeira é o isolamento de contexto: só a instrução entra. A segunda é o reducer: os achados se acumulam em vez de se sobrescreverem.
FAÇA — Aponte o name no AIMessage: é o que permite ao supervisor e ao traço saberem quem falou. Sem ele, o histórico vira um monólogo de vozes indistinguíveis.
DIGA TAMBÉM — Repare que o especialista é uma função de fábrica. Quatro papéis são quatro linhas, cada uma com prompt e ferramentas diferentes. O código não cresce com o número de agentes.
SE PERGUNTAREM 'e se o especialista precisar de mais contexto?' — Acrescente campos explícitos à tarefa, um a um, com justificativa. Toda vez que você adicionar um, meça os tokens. É assim que se mantém o orçamento sob controle.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Repare em quantas linhas começam com NÃO. Um prompt de especialista sem proibições explícitas produz um agente que faz o trabalho do vizinho, e aí a divisão perdeu o sentido.
FAÇA — Peça que escrevam os quatro prompts antes de escrever qualquer código do laboratório. É o inverso do instinto e é o que faz o sistema funcionar.
DIGA TAMBÉM — O Crítico que reescreve o texto é o erro clássico: ele vira um segundo redator e você perde a avaliação independente.
SE PERGUNTAREM 'quanto de prompt é demais?' — Vale o critério do dia 1: se apagar a linha e o comportamento não mudar, apague. Vinte linhas por especialista costumam bastar, e sessenta são sinal de que faltou dividir.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Peça para calcularem o custo de um ciclo sem limite: cinco agentes, três chamadas cada, dois mil tokens por chamada, e sem fim. Com API paga isso é uma fatura; com modelo local é a máquina ocupada a noite inteira.
FAÇA — Insista nos dois cortes. Quem coloca só um deixa uma porta aberta, e a porta aberta é justamente o caminho que o sistema encontra.
DIGA TAMBÉM — Quando o limite é atingido, entregue o melhor resultado disponível com um aviso, e não um erro. Um relatório com ressalva é mais útil que uma exceção.
SE PERGUNTAREM 'três rodadas é pouco?' — Meça: se o Crítico aprova na terceira em mais de vinte por cento dos casos, o problema é o prompt do Redator, e aumentar o limite só adia o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 + 50 min de laboratório]
FAÇA — Insista no item 1. Quem começa pelo código escreve prompts genéricos depois, e o sistema fica ruim por um motivo que não parece de código.
DIGA — O item 4 é o critério objetivo de que o dia foi entendido. Números parecidos entre agentes significam que a conversa inteira está circulando.
NÃO FAÇA — Não deixe a turma montar cinco ou seis agentes. Quatro papéis já é bastante, e o objetivo é entender a mecânica, não encher o diagrama.
SE PERGUNTAREM 'posso usar langgraph-supervisor?' — Depois de montar à mão. A biblioteca pronta faz exatamente o que vocês vão escrever, e o valor está em saber o que ela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13:15 - 13:55, 40 min]
O QUE ESTE BLOCO ENTREGA - a turma paraleliza trabalho independente com segurança e sabe compor grafos sem quebrar o estado.
ROTEIRO - quando paralelizar (4) · Send (7) · o bug do reducer, ao vivo (6) · subgrafos (6) · adaptador de estado (5) · checkpoint (4).
SE O TEMPO APERTAR - o adaptador vira leitura; a demonstração do bug do reducer não sai, porque é inesquecível.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A turma confunde as duas o tempo todo, e a confusão leva a projetar cinco especialistas quando o que era preciso é um especialista rodando cinco vezes.
FAÇA — Volte ao checkpoint do primeiro bloco, caso 3: trinta documentos independentes. A resposta era paralelismo, não especialização.
SE PERGUNTAREM 'paralelo é mais rápido mesmo com modelo local?' — Depende do servidor. Com vLLM e batching contínuo, sim, muito. Com Ollama numa CPU, o ganho é pequeno porque o gargalo é o hardware. Vale medir antes de assumir.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O Send não é uma aresta comum: ele é uma aresta que carrega dados. Cada instância do nó recebe só o dicionário que você mandou, e não o estado inteiro. Isso é isolamento de contexto vindo de graça.
FAÇA — Aponte a última linha e diga que ela é obrigatória, não opcional. Vamos ver por quê no próximo slide.
DIGA TAMBÉM — O consolidador só roda quando todas as instâncias terminam. O LangGraph faz a sincronização; você não escreve join nenhum.
SE PERGUNTAREM 'e se uma instância falhar?' — Por padrão, o erro sobe e derruba a execução. Se você quer tolerância, cada instância precisa capturar a própria exceção e devolver um achado marcado como falho. É decisão de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FAÇA — Faça a demonstração ao vivo: rode cinco vezes sem o reducer e mostre que o resultado muda. É inesquecível e vale mais que dez minutos de explicação.
DIGA — Bug que funciona parte do tempo é o pior tipo. Ele passa no teste manual, passa na demonstração, e falha em produção quando o volume aumenta.
SE PERGUNTAREM 'o LangGraph não avisa?' — Em muitos casos avisa: escrita concorrente no mesmo campo sem reducer levanta erro. Mas quando as escritas não são exatamente simultâneas do ponto de vista do grafo, ele aceita e a última vence. Não conte com o aviso.
SE PERGUNTAREM 'qual reducer usar?' — operator.add para listas, e uma função própria quando a combinação tem regra, como manter o maior valor ou mesclar dicionários.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Subgrafo com esquemas divergentes gera erros que apontam para o lugar errado, e a pessoa passa meia hora procurando no nó errado. O adaptador evita isso e ainda documenta o contrato.
FAÇA — Aponte que o adaptador é literalmente o contrato entre os dois grafos: o que entra e o que sai. Escrever esse contrato explicitamente é o que faz o subtime ser reutilizável.
DIGA TAMBÉM — Subgrafo é como se implementa a topologia hierárquica. Cada subtime é um grafo compilado, com o próprio estado e as próprias regras.
SE PERGUNTAREM 'o checkpointer funciona dentro do subgrafo?' — Funciona, e o estado do subgrafo é salvo junto. Ao inspecionar, você pode navegar até dentro dele. É poderoso e é mais uma razão para manter os esquemas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Estes cinco itens são o que eu pediria numa revisão de código de qualquer composição de grafos. Escrevê-los num comentário no topo do módulo já resolve metade dos problemas.
FAÇA — Ligue à última linha: um subgrafo com ciclo próprio dentro de um pai com ciclo é como se multiplicam os limites. Três rodadas no pai vezes três no filho são nove execuções do nó mais interno.
SE PERGUNTAREM 'quando NÃO usar subgrafo?' — Quando o subtime tem um nó só. Aí é só um nó, e embrulhar em grafo é cerimônia sem ganho.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Deixe responderem. Respostas: (1) faltou reducer de concatenação no campo; (2) não, o LangGraph sincroniza, e se pareceu que aconteceu, o que faltou foi a aresta do nó paralelo para o consolidador; (3) nos nomes e reducers das chaves compartilhadas, ou use adaptador.
DIGA — O caso 2 é bom porque desfaz um medo comum. Você não escreve join.
SE PERGUNTAREM 'e se eu quiser que o consolidador rode com o que já chegou?' — Aí você não quer map-reduce, quer streaming de resultados parciais. É possível e é bem mais complexo; para o curso, espere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13:55 - 14:45, 50 min]
O QUE ESTE BLOCO ENTREGA - a turma passa a tratar contexto como orçamento e sai com três estratégias concretas de compressão.
ROTEIRO - a definição (5) · context rot e context anxiety (6) · os quatro anti-padrões (6) · a regra das duas correções (4) · três estratégias (6) · notas fora da janela (7) · medir o orçamento (5) · checkpoint (4).
SE O TEMPO APERTAR - o slide de medição vira exercício. Notas fora da janela não sai: é a técnica com melhor retorno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Definição da Anthropic, e ela vale decorar porque é operacional: mínimo, alto sinal, maximiza probabilidade. Três critérios que você consegue aplicar a qualquer decisão de o que colocar no contexto.
FAÇA — Peça à turma para estimar quanto do contexto do NEXUS deles é sinal e quanto é ruído acumulado. A estimativa costuma ser otimista, e o slide de medição vai desmentir.
SE PERGUNTAREM 'isso não é só prompt engineering com outro nome?' — Não. Prompt engineering é escrever bem a instrução. Context engineering é decidir o que entra e o que sai da janela ao longo de uma execução inteira, incluindo histórico, resultados de ferramenta e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O segundo caso é a melhor ilustração do harness decay do dia 1: um pedaço do harness existia só para compensar uma fraqueza de um modelo específico, e virou peso morto quando o modelo melhorou.
FAÇA — Conte a história concreta: o modelo estimava quanto de janela restava, com números muito precisos e errados, e por causa disso encerrava tarefas pela metade. A solução foi parar de mostrar a ele o consumo.
SE PERGUNTAREM 'como sei se estou sofrendo de context rot?' — Meça: pegue uma pergunta cuja resposta está no começo do histórico e faça na volta 5 e na volta 30. Se a taxa de acerto cai, é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Os quatro têm o mesmo formato: acumular parece grátis e não é. E o terceiro é o mais irônico, porque a pessoa adiciona regra justamente para melhorar o comportamento.
FAÇA — Pergunte quantos já viveram o segundo, corrigindo o agente três vezes e piorando a cada vez. Praticamente todos, e ninguém tinha nome para isso.
SE PERGUNTAREM 'o primeiro não é resolvido pelo thread_id?' — Tecnicamente sim, e o problema é comportamental: as pessoas continuam na mesma janela por comodidade. A solução é tornar fácil começar sessão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Esta regra está na documentação da Anthropic e é o conselho prático mais barato do dia. Custa zero e economiza horas.
FAÇA — Peça que testem hoje mesmo: da próxima vez que o agente errar duas vezes seguidas no laboratório, limpem e recomecem em vez de corrigir a terceira.
SE PERGUNTAREM 'e o que já foi feito, perde?' — Não deve perder: é para isso que existem as notas fora da janela, dois slides à frente. O que você joga fora é o histórico poluído, não 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A diferença entre as duas primeiras é o formato do que sobrevive. Compaction guarda um resumo em prosa, e prosa perde precisão. Reset guarda estado estruturado: o que já foi decidido, o que falta, quais arquivos importam. É mais violento e mais confiável.
FAÇA — Ligue ao dia 3: o nó de poda que vocês escreveram é compaction. O reset seria começar um thread novo carregando um dicionário de estado montado à mão.
DIGA TAMBÉM — A Anthropic removeu o mecanismo de context reset ao migrar para um modelo melhor. É harness decay de novo: a estratégia certa depende do modelo que você tem hoje.
SE PERGUNTAREM 'dá para automatizar a escolha?' — Dá em parte: gatilho por tamanho para compaction, e gatilho por número de correções falhas para reset. Os dois cabem como nós do grafo.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Esta é a técnica com melhor relação entre esforço e ganho do dia inteiro. A ideia é simples: o trabalho pesado acontece com o texto completo, mas só o resumo estruturado volta ao contexto compartilhado.
FAÇA — Peça à turma para medir: quantos tokens o supervisor recebe hoje, e quantos receberia devolvendo o texto bruto? A diferença costuma ser de uma ordem de grandeza.
DIGA TAMBÉM — Repare que a nota preserva a fonte. Comprimir sem preservar a rastreabilidade transforma o resumo em mais uma coisa que ninguém consegue conferir.
SE PERGUNTAREM 'e se o supervisor precisar do texto completo?' — Ele pede. Guarde o texto completo em disco com um identificador, e ofereça uma ferramenta que recupera pelo identificador. Isso é o padrão: a nota no contexto, o texto no armazenamento.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FAÇA — Este slide é para preencher, e não para ler. Peça que meçam a terceira coluna no próprio sistema durante o laboratório da tarde. Cinco números, e eles mudam a forma de projetar.
DIGA — A última linha é a única sem teto natural, e é por isso que ela é a que mais causa problema. Todas as estratégias deste bloco atacam ela.
SE PERGUNTAREM 'como conto tokens sem chamar a API?' — Use o tokenizer do modelo, e vemos isso no dia 5. Para estimar rápido, em português, divida os caracteres por três e você chega perto.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Deixe responderem. Respostas: (1) compaction; (2) reset, com estado estruturado do que já foi decidido; (3) sessão nova, com thread_id novo.
DIGA — Se as três estiverem claras, a turma tem o vocabulário de context engineering completo.
SE PERGUNTAREM 'no 3, e se o assunto novo depender do anterior?' — Aí não mudou de assunto de verdade. Passe explicitamente o que importa do anterior como parte da primeira mensagem da sessão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15:00 - 15:45, 45 min]
O QUE ESTE BLOCO ENTREGA - a turma separa três tipos de memória e coloca o NEXUS atrás de uma interface em vinte linhas.
ROTEIRO - três memórias (6) · store com índice (7) · o lixo que a memória acumula (5) · Gradio (7) · terminal contra interface (5) · aviso de segurança (3) · enunciado do laboratório (3).
SE O TEMPO APERTAR - a interface pode virar demonstração sua, sem a turma implementar. As três memórias ficam.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O checkpointer guarda TUDO daquele thread, e é justamente isso que cria o problema. Na trigésima pergunta o histórico não cabe mais na janela, e noventa e cinco por cento dele é irrelevante para a pergunta atual.
FAÇA — Aponte a diferença de mecanismo: curto prazo é lido inteiro; semântica é buscada por similaridade. Trocar acúmulo por busca é a mesma ideia do RAG, aplicada à experiência do agente.
DIGA TAMBÉM — Memória episódica é a menos usada e a mais interessante a médio prazo: o agente consulta como resolveu um caso parecido antes. É o Hermes Agent registrando skills, do dia 1.
SE PERGUNTAREM 'preciso das três?' — Não. Comece pela curto prazo, que você já tem. Semântica quando o usuário repetir a mesma preferência três vezes. Episódica quando houver padrão de tarefas recorrentes.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Repare no namespace: a tupla com usuario e o identificador. É o mesmo princípio do thread_id com dono, do dia 3, aplicado à memória de longo prazo. Memória sem namespace por usuário é vazamento esperando acontecer.
FAÇA — Demonstre ao vivo: guarde que Ana prefere relatórios curtos e pergunte como devo formatar a resposta. Zero palavras em comum, recuperação correta. É a demonstração mais convincente do bloco.
DIGA TAMBÉM — O store é passado no compile ao lado do checkpointer, e os nós acessam pelo runtime. São dois mecanismos separados de propósito: um guarda a conversa, o outro guarda o que aprendeu.
SE PERGUNTAREM 'quem decide o que guardar?' — Você ou o agente. Se for o agente, dê a ele uma ferramenta lembrar_fato com description restritiva, e leia o próximo slide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Memória autônoma parece mágica no primeiro dia e vira dívida técnica no primeiro mês. E o pior é que o lixo não é inofensivo: quarenta variações do mesmo fato ocupam as vagas da busca e empurram para fora o fato que importava.
FAÇA — Sugira as três defesas mínimas: deduplicar por similaridade antes de gravar, dar validade aos fatos, e limitar quantos fatos entram no contexto por consulta.
SE PERGUNTAREM 'quem faz a limpeza?' — Um job separado, e não o agente. Deixar o agente limpar a própria memória é dar a ele a chance de apagar o que não devia.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O campo Sessão É o thread_id exposto na tela. Digite um nome novo e a memória some. É a forma mais rápida de a turma entender o checkpointer, e vale fazer ao vivo.
FAÇA — Rode e mostre os nomes dos nós aparecendo em sequência enquanto o sistema trabalha. Ver pesquisador, analista, crítico surgindo comunica a arquitetura melhor que qualquer diagrama.
DIGA TAMBÉM — Repare que o grafo não foi tocado. A interface conversa com ele pela mesma API do terminal. Isso é o desacoplamento do dia 3 pagando de novo.
SE PERGUNTAREM 'dá para publicar isso?' — Dá, e é o assunto de amanhã com Spaces. Hoje é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 último item da direita é o que muda o projeto: quem vai usar o sistema consegue testar sem você por perto, e o retorno que vem daí é diferente de qualquer coisa que você descobre sozinho no terminal.
FAÇA — Sugira que, no projeto final, a demonstração seja feita pela interface e a depuração pelo terminal. Os dois públicos, as duas ferramentas.
SE PERGUNTAREM 'não é perda de tempo em curso técnico?' — Vinte linhas, e o que era observabilidade de terminal virou material de apresentação. É a melhor relação entre esforço e efeito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Vale trinta segundos e evita um problema real. Alunos descobrem o share sozinhos e usam sem pensar, porque o efeito é imediato e o risco é invisível.
FAÇA — Ligue às camadas: a interface é mais uma superfície de ataque, e as constraints do dia 3 valem igual, ou mais, quando qualquer um na internet pode mandar mensagem.
SE PERGUNTAREM 'e se eu precisar mostrar para alguém remoto?' — Publique de verdade, com autenticação, e num ambiente onde o agente não tenha acesso ao seu disco. É o assunto de deploy do dia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15:45 - 17:00, 75 min]
O QUE ESTE BLOCO ENTREGA - a equipe instrumentada, a tabela comparativa entre topologias preenchida, e o gancho do dia 5.
ROTEIRO - quatro métricas (6) · o traço em disco (6) · ferramentas de rastreamento (4) · enunciado e laboratório (35) · erros clássicos (6) · recapitulação (5) · gancho do dia 5 (4).
SE O TEMPO APERTAR - o slide de ferramentas de rastreamento pode sair. A tabela comparativa é o entregável que mais ensina; não a deixe como opcional.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A terceira linha tem os dois extremos como alerta, e isso costuma surpreender. Crítico que aprova tudo é tão inútil quanto crítico que reprova tudo: os dois indicam prompt ruim, e não qualidade do redator.
FAÇA — Peça que anotem os quatro números da equipe deles no fim do laboratório. São os números que entram na tabela comparativa.
DIGA TAMBÉM — A segunda linha é o teste objetivo do isolamento de contexto. Se um agente tem cinco vezes mais tokens que os outros, ou ele recebe demais ou ele acumula.
SE PERGUNTAREM 'qual é o número certo de transições?' — Depende da tarefa, e o que importa é a estabilidade. Se a mesma pergunta gera quatro transições numa execução e onze na seguinte, o supervisor está indeciso.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Duas saídas do mesmo laço: uma para o humano olhar agora, outra para a máquina analisar depois. As duas são necessárias, e escrever as duas custa três linhas.
FAÇA — Mostre um traço real filtrado com grep, contando transições por nó. É o que responde a primeira métrica do slide anterior sem nenhuma ferramenta extra.
DIGA TAMBÉM — O campo chaves é o que revela qual nó escreveu em qual campo do estado. Quando um valor sumir misteriosamente, é aí que você olha.
SE PERGUNTAREM 'não é melhor usar uma ferramenta pronta?' — É, quando o projeto cresce. Escrever esta versão uma vez ensina exatamente o que a ferramenta pronta vai te mostrar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A terceira é a menos citada e a mais realista em empresa que já tem plataforma de observabilidade. Agente não precisa de painel próprio se já existe um painel.
FAÇA — Lembre a restrição do curso: qualquer coisa hospedada envia o conteúdo das execuções para fora. Em contexto sensível, isso decide a escolha antes de qualquer comparação de recursos.
SE PERGUNTAREM 'vale a pena no projeto final?' — Opcional. O traço em JSONL responde as quatro métricas, que é o que a rubrica pede.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 + 32 min de laboratório]
DIGA — O item 3 é o entregável que mais ensina do curso inteiro. Ele transforma opinião sobre topologia em número.
FAÇA — Circule cobrando o item 1 primeiro: quem não instrumenta não consegue preencher a tabela e acaba inventando os números.
NÃO FAÇA — Não aceite tabela preenchida com uma execução só por célula. Três execuções por pergunta, e anote a variação.
SE PERGUNTAREM 'e se as duas topologias empatarem?' — Ótimo resultado, e a conclusão é escolher a mais simples de manter. Empate técnico decide por legibilidade.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O terceiro item é o mais traiçoeiro, porque parece funcionar em parte das execuções. Leia em voz alta e peça que fotografem.
FAÇA — Ligue o segundo item ao slide do isolamento de contexto: é o mesmo problema visto pelo sintoma.
SE PERGUNTAREM 'o último não é subjetivo?' — Não deveria ser. Critério verificável significa que dá para responder sim ou não olhando o texto: toda afirmação numérica tem fonte citada é verificável; o texto está bom não 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Orquestração fecha hoje. É a última camada a ser construída, exatamente como previsto no dia 1, e ela só fez sentido depois das outras quatro.
FAÇA — Peça que atualizem a cópia própria. Amanhã fechamos a tabela e ela vira o resumo do curso.
SE PERGUNTAREM 'então amanhã não tem camada nova?' — Não tem. Amanhã é sobre escolher o modelo de cada papel com critério, medir se o sistema presta, e colocar no ar. É o que transforma o protótipo em coisa entregável.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Amanhã o tema é escolha com critério, e também a percepção de que nem toda decisão precisa de um LLM.
FAÇA — Escreva no quadro os quatro papéis e deixe a coluna do modelo em branco. Amanhã vocês preenchem.
SE PERGUNTAREM 'não é mais simples usar o maior modelo em tudo?' — É mais simples e é a pior das três configurações do experimento da LangChain, do dia 1. Alocação importa mais que quantidade.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requisito e que o dado nao saia da infraestrutura propria, a conversa acaba aqui. E por isso que este e um anexo e nao uma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Monte esta tabela com a turma, coluna da direita coberta. Eles acertam quase tudo, e e esse o ponto do anexo.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topicos de sistema (saudacao, encerramento, escalonamento, fallback) que voce customiza mas nao apaga, e topicos personalizados, que sao os seus.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conselho e o mesmo do dia 4: descricoes que dizem QUANDO USAR, nao o que e. Dois topicos com descricoes parecidas produzem roteamento erratico - na plataforma visual pela mesma razao que produziam no seu codigo.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Saber em qual dos dois casos voce esta e exatamente o que o dia 2 comprou. Este e o slide que justifica o curso inteiro para quem ja usa 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arquitetura e boa independente de plataforma. Vale para o Copilot Studio, para o assistente de e-mail do dia 4, e para o que o aluno construir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Separe em connected agent quando a subtarefa tem ferramentas e conhecimento proprios, exige governanca diferente, ou vai ser reusada por mais de um pai. Nao separe porque 'ficou grande' - mesma regra do dia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convergencia nao e coincidencia: os dois sistemas resolvem o mesmo problema - um modelo que nao sabe que faz parte de um time - e chegaram a mesma solucao, que e dizer isso a ele explicitamente.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exercicio N4 o aluno remove a instrucao de um dos filhos e registra o que muda. E a forma mais rapida de ver por que ela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exatamente o contrato de uma @tool do dia 2: assinatura tipada, execucao isolada, retorno que o modelo consegue usar. Inclusive na regra que insistimos tanto - um fluxo que falha deve devolver mensagem util, nao um codigo HTTP cru.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com as quatro metricas do dia 4: transicoes, tokens por agente, reprovacao do critico, tempo por no. E a mesma disciplina em vocabularios diferentes - medir onde o sistema hesita, onde gasta e onde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competencia que o curso quis instalar nao e usar uma ferramenta: e conseguir ler esta tabela para o seu caso, porque voce entende o que esta por baixo de cada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Ultimo slide do anexo, e o argumento final do curso. Se a turma sair com uma frase, que seja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E893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Multiagentes: topologias e orquestração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topologias, isolamento de contexto, paralelismo e observabilidade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dividir, e quando não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042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0" name="Text 8"/>
          <p:cNvSpPr/>
          <p:nvPr/>
        </p:nvSpPr>
        <p:spPr>
          <a:xfrm>
            <a:off x="35433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330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Supervisor, handoff, rede, hierárquico, sequencial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como orçamento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0110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6" name="Text 14"/>
          <p:cNvSpPr/>
          <p:nvPr/>
        </p:nvSpPr>
        <p:spPr>
          <a:xfrm>
            <a:off x="898398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8398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Memória, interface e traço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oito horas de hoje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10:30 · Quando dividir, e as cinco topologias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aviso que abre o dia, os critérios de decisão e o desenho de cada topologia.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12:15 · Implementando, e laboratório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Handoff, supervisor, fábrica de especialistas, limite de ciclo. Depois, teclado.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13:15 – 14:45 · Paralelismo, subgrafos e context engineering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Send, reducers, o bug mais difícil do dia, e o orçamento de contexto.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– 16:30 · Memória, interface e laboratório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semântica, Gradio, e a tabela comparativa das duas topologias.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 – 17:00 · Observabilidade e fechamento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métricas, traço em disco e o gancho do dia 5.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dividir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 não é upgrade automático.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AVISO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06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sistema com cinco agentes é cinco vezes mais lento,</a:t>
            </a:r>
            <a:endParaRPr lang="en-US" sz="2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gasta muito mais tokens e falha de formas mais criativas.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56280"/>
            <a:ext cx="10149840" cy="277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certa não é como faço multiagente. É: o meu agente único está falhando por qual motivo? Sem essa resposta, dividir apenas espalha o problema por mais lugares e torna o diagnóstico mais difícil.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Motivos que justificam, e os que não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justificam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mais bonito no diagrama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num vídeo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que pareça uma equipe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nome de cargo a um prompt não cria competência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Achei que ia ficar mais inteligente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 sistema com mais de 60 linhas de regras conflitantes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8 a 10 ferramentas e o modelo escolhe errado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com critérios de sucesso distintos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estoura porque tudo vive na mesma conversa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um revisor não contaminado pelo autor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independentes poderiam rodar em paralelo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cinco agentes custam de verdade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de modelo por tarefa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043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8" name="Text 6"/>
          <p:cNvSpPr/>
          <p:nvPr/>
        </p:nvSpPr>
        <p:spPr>
          <a:xfrm>
            <a:off x="357759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7759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que não produzem trabalho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078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11" name="Text 9"/>
          <p:cNvSpPr/>
          <p:nvPr/>
        </p:nvSpPr>
        <p:spPr>
          <a:xfrm>
            <a:off x="637794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7794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para manter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41130" y="1828800"/>
            <a:ext cx="2480310" cy="1920240"/>
          </a:xfrm>
          <a:prstGeom prst="roundRect">
            <a:avLst>
              <a:gd name="adj" fmla="val 4762"/>
            </a:avLst>
          </a:prstGeom>
          <a:solidFill>
            <a:srgbClr val="F2F0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78290" y="2011680"/>
            <a:ext cx="22059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78290" y="2926080"/>
            <a:ext cx="2205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 muito mais difícil de ler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10881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números é motivo para não dividir. Todos são motivo para dividir com evidência, e não por estética. O ganho precisa ser maior que a soma dos quatro, e o único jeito de saber é medir as duas versões.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DIVIDIR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teste do agente único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a taxa de escolha errada de ferramenta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execuções, conte quantas vezes o agente escolheu a ferramenta errada. Se for baixa, o problema não é excesso de ferramentas.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111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1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8376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os tokens de entrada por chamada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04038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contexto não está perto do limite, dividir não vai resolver o que você acha que vai.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6387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38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3644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o prompt pela metade e meça de novo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9305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das regras de um prompt inflado não muda nada. É o critério de poda do dia 1 aplicado aqui.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então divida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45736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divida no menor número de agentes que resolve a evidência. Dois costumam bastar; cinco quase nunca são necessários no primeiro corte.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dividir NÃO resolve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fraco continua fraco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instâncias do mesmo modelo pequeno não somam inteligência. Somam custo e pontos de falha.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ruim continua ruim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description não diz quando usar, o especialista erra igual. O problema é de interface, não de organização.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critério de pronto continua faltando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Crítico sem critérios verificáveis aprova tudo. Você trocou um agente sem feedback por dois.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Decida cada caso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com 4 ferramentas erra 2% das escolhas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prompt tem regras de redação e de conferência numérica misturadas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analisar 30 documentos independentes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Dividir?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topologias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formas de organizar, com trocas diferentes.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Supervisor: o padrão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120640" y="2743200"/>
            <a:ext cx="-3108960" cy="82296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669280" y="2743200"/>
            <a:ext cx="-1005840" cy="82296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92240" y="2743200"/>
            <a:ext cx="731520" cy="82296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40880" y="2743200"/>
            <a:ext cx="2834640" cy="82296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178308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81728" y="2286000"/>
            <a:ext cx="2798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quem trabalha agora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pesquisador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4069080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buscar_docs, ler_arquivo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66160" y="3566160"/>
            <a:ext cx="2194560" cy="960120"/>
          </a:xfrm>
          <a:prstGeom prst="roundRect">
            <a:avLst>
              <a:gd name="adj" fmla="val 9524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75888" y="4069080"/>
            <a:ext cx="1975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566160"/>
            <a:ext cx="2194560" cy="960120"/>
          </a:xfrm>
          <a:prstGeom prst="roundRect">
            <a:avLst>
              <a:gd name="adj" fmla="val 9524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36208" y="4069080"/>
            <a:ext cx="1975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salvar_relatorio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0" y="356616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E8933A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96528" y="4069080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ou devolve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legível, um único ponto de decisão, fácil de logar e testar. Custo: o supervisor é gargalo e toda transição gasta uma chamada de modelo a mais.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Handoff: sem coordenador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10058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406640" y="3108960"/>
            <a:ext cx="10058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86000" y="3840480"/>
            <a:ext cx="0" cy="77724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35040" y="3840480"/>
            <a:ext cx="0" cy="77724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784080" y="3840480"/>
            <a:ext cx="0" cy="77724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6517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61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PESQUISADOR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315468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transferir_para_analista()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761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315468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transferir_para_redator()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0" y="26517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761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22208" y="315468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 relatorio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4617720"/>
            <a:ext cx="10241280" cy="777240"/>
          </a:xfrm>
          <a:prstGeom prst="roundRect">
            <a:avLst>
              <a:gd name="adj" fmla="val 11765"/>
            </a:avLst>
          </a:prstGeom>
          <a:solidFill>
            <a:srgbClr val="E8E4F2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274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compartilhado: guarda o histórico e quem é o agente ativo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chamadas de modelo, a conversa flui, e quem tem o contexto decide. Custo: ninguém tem visão global e há risco de dois agentes trocando indefinidamente.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como ferramentas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48056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inteiro pode ser embrulhado como uma ferramenta do agente principal. O chamador não sabe que do outro lado existe um loop: ele vê um nome, um schema e um resultado.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448056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404164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forma mais simples de composição e a que menos exige do LangGraph. O isolamento de contexto vem de graça: o subagente só recebe o argumento da chamada.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é que o principal não vê o raciocínio do subagente, só o resultado. Para depurar, o traço do subagente precisa ir para disco.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0" y="169164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687568" y="1828800"/>
            <a:ext cx="563270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pesquisar_a_fundo(assunto: str)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"""Pesquisa um assunto e devolve um resumo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 fontes. Use quando a pergunta exigir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varias buscas encadeadas.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agente_pesquisador.invoke(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{"messages": [HumanMessage(assunto)]})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r["messages"][-1].content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 = create_agent(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model=llm,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tools=[calcular, pesquisar_a_fundo],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system_prompt=PROMPT_PRINCIPAL)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OUTRAS TRÊS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Rede, hierárquico e sequencial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falam com todos. Com n agentes há n vezes n menos 1 transições possíveis. Máxima flexibilidade, mínima previsibilidade. Modelos pequenos entram em ping-pong. Bom para explorar, ruim para produção.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Hierárquico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Supervisores de supervisores; cada subtime é um subgrafo compilado. É a estrutura do Agent Zero, com superior criando subordinado de contexto isolado. Use com mais de seis especialistas.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depois B, depois C, sem decisão de roteamento. Se a ordem é sempre a mesma, NÃO use LLM para decidir o que já está decidido. Mais barato, mais rápido, mais confiável.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Swarm: enxame com estado compartilhado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handoff generalizado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agente pode passar o controle para qualquer outro, e o estado compartilhado registra quem está ativo.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é adaptabilidade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não é decidido de antemão: emerge da sequência de transferências que os agentes escolhem.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é previsibilidade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pedido pode percorrer caminhos diferentes em execuções diferentes. Testar fica mais difícil, e o traço fica mais longo.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freio duplo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4573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transferências e limite de tempo. Sem os dois, um enxame pode circular por horas com modelo local.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em cinco perguntas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4480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sim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ordem é sempre a mesma?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Roteamento por LLM seria desperdício puro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Preciso de rastro claro de decisão?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único ponto de decisão, fácil de logar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fluxo é conversa que muda de dono?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tem o contexto decide o próximo passo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mais de seis especialistas?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Hierárquico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supervisor só não dá conta de escolher bem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sei ainda?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seguro; dá para migrar depois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MAIS IMPORTANTE DO DIA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especialista recebe uma tarefa, não a conversa inteira.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devolve um resultado, não o seu histórico.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916680"/>
            <a:ext cx="10149840" cy="2118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isolamento de contexto. Se você passar o histórico completo para cada especialista, o seu sistema multiagente é apenas um agente com prompt maior, e vai estourar o contexto no terceiro turno. Meça os tokens de entrada por agente e comprove.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a topologia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dados, validar, gerar PDF, enviar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nesta ordem.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que às vezes precisa do time técnico e às vezes do financeiro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assunto.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de incidente, caminho imprevisível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especialistas, ordem incerta.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Implementando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Command, handoff, especialistas e limite de ciclo.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ferramenta de transferência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criar_handoff(destino: str, quando: str):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@tool(f"transferir_para_{destino}", description=quando)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ferramenta(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motivo: Annotated[str, "Por que esta transferencia e necessaria"],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Annotated[dict, InjectedState],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tool_call_id: Annotated[str, InjectedToolCallId],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Command: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recibo = ToolMessage(content=f"Transferido para {destino}. Motivo: {motivo}",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name=f"transferir_para_{destino}",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tool_call_id=tool_call_id)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Command(goto=destino,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graph=Command.PARENT,          # &lt;- sem isto, o goto falha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update={"messages": state["messages"] + [recibo],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"agente_ativo": destino})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ferramenta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igual a Command.PARENT sobe para o grafo pai. Sem isso, o goto procura o nó dentro do subgrafo do próprio agente e falha com um erro pouco claro.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FONTES DE 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handoff quebra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Command.PARENT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goto procura o nó dentro do subgrafo do agente e não acha. O erro aponta para o lugar errado e a pessoa perde meia hora.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o ToolMessage de recibo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tool call precisa de resposta. Sem o recibo, a API recusa o histórico na próxima chamada.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que diz o que faz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 para o analista não diz nada. Transfira QUANDO a pergunta exigir conta ou comparação numérica diz tudo.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implementações: meça as duas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é a que se ensina; a segunda costuma funcionar melhor com modelo local, porque tool calling é o que esses modelos foram treinados a fazer.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393192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349300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motivo não é enfeite: é o log de decisão do sistema.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de quinze minutos: rode a mesma pergunta cinco vezes em cada versão e conte quantas vezes o roteamento fez sentido.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A) structured output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Roteamento(BaseModel):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proximo: Literal["pesquisador", "analista",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"redator", "critico", "FIM"]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instrucao: str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motivo: str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llm.with_structured_output(Roteamento).invoke(msgs)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B) ferramentas de handoff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 = create_agent(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model=llm,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tools=[para_pesquisador, para_analista,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para_redator, para_critico],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system_prompt=PROMPT_SUPERVISOR)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fábrica de nós especialistas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fazer_especialista(nome: str, prompt: str, ferramentas: list, llm):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agente = create_agent(model=llm, tools=ferramentas, system_prompt=prompt)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no(estado: EstadoEquipe) -&gt; dict: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tarefa = (f"Tarefa: {estado['instrucao']}\n\n"        # &lt;- so a instrucao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f"Pergunta original: {estado['pergunta']}")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saida = agente.invoke({"messages": [HumanMessage(tarefa)]})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texto = saida["messages"][-1].content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{"messages": [AIMessage(content=texto, name=nome)],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"achados": [f"[{nome}] {texto}"]}      # &lt;- reducer operator.add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especialista é um agente completo por dentro, com o próprio loop e as próprias ferramentas. Por fora, é uma função que recebe tarefa e devolve resultado.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PROMPTS VALEM MAIS QUE O CÓDIGO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papéis, escritos com cuidado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o relatório a partir dos achados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a fonte de cada afirmação numérica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busca; usa apenas o que recebeu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inventa número que não esteja nos achados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markdown com no máximo 400 palavras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cada número contra a fonte citada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 se houver afirmação sem fonte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 se a pergunta original não foi respondida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reescreve o texto; aponta o que corrigir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veredito e lista numerada de problemas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ciclo precisa de limite explícito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crítico reprova, volta ao supervisor, que manda ao redator, que devolve ao crítico. Sem corte, isso roda para sempre, e com modelo local para sempre é literalmente a noite inteira.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30880"/>
            <a:ext cx="3931920" cy="2758440"/>
          </a:xfrm>
          <a:prstGeom prst="roundRect">
            <a:avLst>
              <a:gd name="adj" fmla="val 331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377184"/>
            <a:ext cx="3493008" cy="246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cortes, não um: o do supervisor e o do crítico. Ambos leem o mesmo contador no estado.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contador vive no ESTADO, e não numa variável de loop: dá para inspecionar, persistir e mostrar na interface.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MAX_RODADAS = 3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rotear_supervisor(estado)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estado.get("rodadas", 0) &gt;= MAX_RODADAS: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END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(END if estado["proximo"] == "FIM"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estado["proximo"])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rotear_critico(estado)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(estado["veredito"] == "aprovado"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 estado.get("rodadas", 0) &gt;= MAX_RODADAS):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END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"supervisor"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manhã: a equipe NEXUS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os quatro prompts primeiro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Pesquisador, Analista, Redator e Crítico. Cada um com o que fazer e o que NÃO fazer. Antes de qualquer código.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a topologia supervisor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structured output no roteamento e a fábrica de especialistas.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o ciclo do Crítico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no estado e corte nos dois roteadores. Provoque o limite de propósito.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os tokens de entrada por agente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quatro números forem parecidos, você não isolou o contexto. Conserte e meça de novo.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Extensão: a mesma equipe em handoff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terminar antes. É metade do entregável comparativo da tarde.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Paralelismo e subgrafos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Send, reducers e o bug mais difícil do dia.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Paralelismo não é especialização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divide POR COMPETÊNCIA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diferentes, prompts diferentes, ferramentas diferentes. Um pesquisa, outro escreve.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 divide POR ITEM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papel, trinta vezes, sobre trinta documentos independentes. Mesmo prompt, entradas diferentes.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coisas se combinam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planejador quebra em subtemas, N pesquisadores idênticos rodam em paralelo, e um consolidador junta. É map-reduce.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MAP-REDUCE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Send: uma instância do nó por item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há N itens independentes, executar em série é desperdício. Send cria uma instância do nó para cada item, com o seu próprio estado de entrada.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411480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367588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resultados voltam para o mesmo campo do estado, e é por isso que esse campo PRECISA de reducer de concatenação.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reducer, as execuções paralelas sobrescrevem umas às outras e você fica com o resultado de uma só, aleatoriamente.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1691640"/>
            <a:ext cx="640080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321808" y="1828800"/>
            <a:ext cx="59984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langgraph.types import Send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distribuir(estado):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[Send("pesquisar_subtema",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{"subtema": s,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"pergunta": estado["pergunta"]})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s in estado["subtemas"]]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g.add_conditional_edges("planejador", distribuir,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["pesquisar_subtema"])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g.add_edge("pesquisar_subtema", "consolidador")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obrigatorio no estado: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achados: Annotated[list[str], operator.add]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BUG MAIS DIFÍCIL DO DIA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reducer, três resultados paralelos viram um.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funciona em trinta por cento das execuções.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388360"/>
            <a:ext cx="10149840" cy="264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instâncias terminam quase ao mesmo tempo e escrevem no mesmo campo. Sem reducer, a última a escrever vence, e qual é a última muda a cada execução. O sistema parece funcionar, entrega resultado plausível, e está perdendo dois terços do trabalho.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SUBGRAFOS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grafo compilado pode ser nó de outro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regra: as chaves de estado compartilhadas precisam ter o mesmo nome e o mesmo reducer nos dois grafos.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11480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367588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esquemas forem diferentes, use um adaptador explícito. É mais verboso e muito mais fácil de depurar; prefira-o enquanto a turma estiver aprendendo.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1691640"/>
            <a:ext cx="640080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321808" y="1828800"/>
            <a:ext cx="59984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 direta (mesmos nomes de chave)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= construir_time_pesquisa().compile()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g_principal.add_node("time_pesquisa", time)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 com adaptador (recomendada em sala)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no_time(estado: EstadoPai) -&gt; dict: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entrada = {"consulta": estado["pergunta"]}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saida = time.invoke(entrada)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{"achados": saida["resultados"]}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g_principal.add_node("time_pesquisa", no_time)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declarar ao compor dois grafos</a:t>
            </a:r>
            <a:endParaRPr lang="en-US" sz="3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importa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Quais campos entram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isso, o subgrafo lê campo que o pai não garante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Quais campos saem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pai precisa saber o que esperar para rotear depois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Quais campos são compartilhados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nome e mesmo reducer, ou o adaptador traduz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 em falha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Subgrafo que levanta exceção derruba o pai, salvo tratamento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limita o ciclo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os dois têm ciclo, os dois precisam de contador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situações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resumos paralelos, e só um aparece no fim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faltou?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consolidador rodou antes de todos terminarem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possível?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subgrafo não acha um campo do estado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olhar primeiro?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recurso que ninguém orça, e que explica o multiagente.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QUE VALE DECORAR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06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Encontre o conjunto mínimo de tokens de alto sinal</a:t>
            </a:r>
            <a:endParaRPr lang="en-US" sz="2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maximiza a probabilidade do resultado desejado.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56280"/>
            <a:ext cx="10149840" cy="277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não é armazenamento, é orçamento. Cada token que você coloca disputa espaço com o trabalho de verdade. Multiagente existe, antes de tudo, por uma razão física: a janela é finita e um agente só não dá conta.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FENÔMENOS MEDIDOS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mais contexto não é melhor contexto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tokens, pior a recuperação de qualquer um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Degradação contínua, não um degrau no limite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perceptível por volta de um milhão de tokens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200 mil não é convite a usar 200 mil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anxiety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percebe a própria janela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o trabalho antes da hora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 muito precisas e erradas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Sumiu sozinho na geração seguinte de modelos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ANTI-PADRÕES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que aparecem em toda sala</a:t>
            </a:r>
            <a:endParaRPr lang="en-US" sz="3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3931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Anti-padrão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Sintoma no NEXUS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 sink 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Tarefas sem relação na mesma sessão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 sobre o assunto anterior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Correções repetidas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poluído por tentativas falhas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correção piora a resposta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Instruções longas demais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de regras inflado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Ignora justamente as regras que importam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Exploração sem limite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Investigação irrestrita antes da tarefa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Estoura antes de começar o trabalho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BOLSO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Corrigiu duas vezes e ainda está errado?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 e recomece.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contraintuitivo, porque a tentação é sempre explicar de novo. Mas cada correção fracassada fica no contexto, e o contexto poluído torna a próxima tentativa pior. Recomeçar com uma instrução melhor, escrita com o que você aprendeu, funciona melhor que insistir.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ESTRATÉGIAS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diferença está no que se preserva</a:t>
            </a:r>
            <a:endParaRPr lang="en-US" sz="3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389120"/>
                <a:gridCol w="3931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o histórico e continua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 longa em que a continuidade importa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reset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Limpa e recomeça com estado estruturado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a poluição é grave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sessão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 nova do zero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de assunto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FORA DA JANELA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técnica de compressão mais subestimada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48056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Anthropic descobriu que manter notas persistentes FORA do contexto é altamente eficaz. O Claude jogando Pokémon mantinha contagem de passos e, após um reset, lia as próprias notas e continuava sequências de horas.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30880"/>
            <a:ext cx="4480560" cy="2758440"/>
          </a:xfrm>
          <a:prstGeom prst="roundRect">
            <a:avLst>
              <a:gd name="adj" fmla="val 331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377184"/>
            <a:ext cx="4041648" cy="246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NEXUS isso já existe: rascunho e achados são notas fora da janela. O que muda é a intenção; deixam de ser detalhe de implementação e passam a ser a estratégia de compressão do sistema.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0" y="169164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687568" y="1828800"/>
            <a:ext cx="563270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no_pesquisador(estado: EstadoEquipe) -&gt; dict: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achados = buscar(estado["instrucao"])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 nota e curta e estruturada;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 texto bruto NAO volta ao contexto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{"achados": [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f"[{a.metadata['source']}] 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f"{resumir(a, limite=280)}"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 in achados]}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erro comum e o oposto: devolver ao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supervisor todo o texto que o especialista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leu. Funciona nas tres primeiras perguntas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 estoura na quarta.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orçamento de contexto do seu sistema</a:t>
            </a:r>
            <a:endParaRPr lang="en-US" sz="3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108960"/>
                <a:gridCol w="3566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típicos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de sistema do especialista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a 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Descrições das ferramentas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por 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Instrução da tarefa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a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Achados recebidos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a 3000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Histórico da conversa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 estourar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decisões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é longa e a continuidade importa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Compaction, reset ou sessão nova?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corrigiu o agente três vezes e piorou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Compaction, reset ou sessão nova?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mudou de assunto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Compaction, reset ou sessão nova?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 e interface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Lembrar o que importa, e deixar alguém usar isso.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MEMÓRIAS DIFERENTES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checkpointer resolve um problema e cria outro</a:t>
            </a:r>
            <a:endParaRPr lang="en-US" sz="3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2743200"/>
                <a:gridCol w="2743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guarda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vive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é consultada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Curto prazo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mensagens desta conversa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Checkpointer (thread_id)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Sempre, inteira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Semântica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Fatos duráveis sobre usuário e domínio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similaridade com a pergunta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Episódica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Execuções passadas e resultados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ou banco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o agente busca precedente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COM ÍNDICE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mecânica do RAG, aplicada a fatos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LangGraph tem um Store separado do checkpointer, justamente para isso. Sem o índice de embeddings ele só busca por chave.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48056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404164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funciona sem NENHUMA palavra em comum entre a consulta e o fato guardado. É a mesma propriedade que fez o RAG funcionar no dia 2.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0" y="169164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687568" y="1828800"/>
            <a:ext cx="563270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langgraph.store.memory import InMemoryStore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langchain_ollama import OllamaEmbeddings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 = OllamaEmbeddings(model="nomic-embed-text")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 = InMemoryStore(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index={"embed": emb.embed_documents, "dims": 768})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memoria.put(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("usuario", "ana"),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"preferencia-formato",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{"texto": "Ana prefere relatorios curtos."})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recupera por SIGNIFICADO, nao por chave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achados = memoria.search(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("usuario", "ana"),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query="como devo formatar a resposta?",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limit=3)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 = construtor.compile(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checkpointer=saver, store=memoria)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CUIDADO QUE NINGUÉM MENCIONA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agente que escreve na própria memória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acumula lixo rápido.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política de expiração ou deduplicação, em duas semanas o store tem quarenta variações de que o usuário gosta de respostas curtas. Em produção isso exige manutenção. No curso, basta o aluno saber que o problema existe, e um dos exercícios pede que ele meça quantas duplicatas o próprio agente criou.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LINHAS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Gradio: uma interface sem tocar no grafo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29768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NEXUS roda no terminal: ótimo para depurar, péssimo para demonstrar. O ponto de integração é um só: uma função que recebe mensagem e devolve resposta.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429768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385876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yield, e não return. Com return, tudo aparece de uma vez no fim e a demonstração perde o efeito.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691640"/>
            <a:ext cx="621792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504688" y="1828800"/>
            <a:ext cx="58155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gradio as gr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responder(mensagem, historico, thread_id):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 = {"configurable":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{"thread_id": thread_id or "demo"}}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entrada = {"messages": [HumanMessage(mensagem)],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"pergunta": mensagem,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"rodadas": 0, "achados": []}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parcial = 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ev in equipe.stream(entrada, config,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stream_mode="updates"):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no, delta in ev.items():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msgs = delta.get("messages", [])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msgs and msgs[-1].content: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parcial += f"\n\n**[{no}]**\n{msgs[-1].content}"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yield parcial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gr.Blocks(title="NEXUS") as app: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 = gr.Textbox(label="Sessao", value="demo")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gr.ChatInterface(fn=responder,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additional_inputs=[thread],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type="messages")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GRAFO, DOIS PÚBLICOS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interface vale o bloco de aula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vê o traço completo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inspecionar o estado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de iterar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além de você consegue usar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mostra qual nó falou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thread_id vira um campo na tela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fica visível na demonstração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não programadora consegue testar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SEGURANÇA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share=True cria um túnel público.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um agente que lê disco e executa código, é péssima ideia.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916680"/>
            <a:ext cx="10149840" cy="2118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útil para mostrar ao cliente sem fazer deploy, e é exatamente por isso que as pessoas usam sem pensar. O agente do curso lê disco, escreve arquivos e executa código. No laboratório: sempre share=False, que é o padrão.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Observabilidade e fechamento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cinco agentes, print() não serve mais.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números que vale acompanhar</a:t>
            </a:r>
            <a:endParaRPr lang="en-US" sz="34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389120"/>
                <a:gridCol w="3474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revela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 de alerta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Transições por execução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indeciso, ping-pong entre agentes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do que o dobro do esperado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por 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está carregando contexto demais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agente com cinco vezes os outros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reprovação do crítico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do redator fraco ou critério vago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de 50% ou abaixo de 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por nó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vale paralelizar ou usar modelo menor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nó dominando o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transição, em disco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evento in equipe.stream(entrada, config, stream_mode="updates"):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no, delta in evento.items():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msgs = delta.get("messages") or []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texto = str(getattr(msgs[-1], "content", ""))[:400] if msgs else ""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console.print(Panel(texto, title=no, border_style=CORES[no]))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traco.write(json.dumps({"t": round(time.time() - t0, 2),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"no": no,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"chaves": list(delta.keys()),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"resumo": texto}, ensure_ascii=False) + "\n")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é o formato certo: uma linha por evento, fácil de filtrar com grep, fácil de carregar em pandas depois.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TRAÇO EM ARQUIVO NÃO BASTA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opções de rastreamento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Hospedado, integra sem mudar código, com árvore de chamadas e comparação entre execuções. Envia dados para fora da sua máquina.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auto-hospedado, o que resolve o problema de privacidade. Instrumentação por callback, como vimos no dia 2.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sua empresa já tem observabilidade, o agente vira mais um serviço instrumentado, no mesmo painel do resto.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tarde: comparar para decidir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a equipe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 em JSONL com nó, tempo e chaves alteradas, e as quatro métricas calculadas ao fim.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mesma bateria nas duas topologias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perguntas, supervisor e handoff. Mesmo modelo, mesmas ferramentas.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a tabela comparativa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Transições, tokens, tempo e se a resposta prestou. Sem a tabela, não há argumento.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o store de memória semântica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uma preferência do usuário e prove que ela é recuperada por significado.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a interface por cima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linhas, sem tocar no grafo. Demonstre com dois thread_id diferentes.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clássicos do dia 4</a:t>
            </a:r>
            <a:endParaRPr lang="en-US" sz="3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383280"/>
                <a:gridCol w="3657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Dois agentes se transferindo sem parar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limite de rodadas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 no estado e corte nos dois roteadores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estoura no terceiro turno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Especialista recebendo o histórico inteiro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 só a instrução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 paralelos somem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reducer de concatenação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Annotated com operator.add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goto não encontra o nó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graph igual a Command.PARENT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Adicione o parâmetro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de tool call sem resposta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 sem ToolMessage de recibo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Devolva o recibo sempre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chama sempre o mesmo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Descrições parecidas demais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Diferencie por QUANDO usar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aprova qualquer coisa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genérico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Critérios verificáveis e numerados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camadas, e o que fizemos hoje</a:t>
            </a:r>
            <a:endParaRPr lang="en-US" sz="34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construímos hoje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aprofunda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Quatro prompts com o que fazer e o que NÃO fazer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5, prompt por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 ciclo, orçamento de contexto por 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5, no deploy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Crítico com critérios verificáveis e as quatro métricas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5, avaliação sistemática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semântico com namespace por usuário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5, no projeto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Cinco topologias, paralelismo, subgrafos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AMANHÃ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Estamos usando o mesmo modelo pequeno para tudo: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supervisor, pesquisador, redator e crítico.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388360"/>
            <a:ext cx="10149840" cy="264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sentido? O supervisor roda a cada transição e só precisa escolher entre cinco opções. O redator roda uma vez e precisa escrever bem. O crítico precisa ser rigoroso. E como se escolhe, entre os milhares de modelos do Hugging Face Hub, qual usar em cada papel?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8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B - Copilot Studio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excedente: slides ocultos, fora do tempo de aula.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9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ELE SE ENCAIXA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um problema real e especifico: a empresa ja tem tudo, menos o agente.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ja estao no SharePoint e no Dataverse, a identidade no Entra ID, os usuarios no Teams. Escrever do zero significa reimplementar autenticacao, permissao, conector e canal - semanas que a plataforma entrega configuradas. E a limitacao e igualmente especifica: e nuvem, com modelos da Microsoft. Nao ha modo local, nao ha troca por Ollama.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TRADUCAO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peca do dia 4, com outro nome</a:t>
            </a:r>
            <a:endParaRPr lang="en-US" sz="34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5486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curso, voce chamou 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Copilot Studio se chama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de sistema do 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Instrucoes do 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ferramenta (@tool)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Tool: conector, fluxo, prompt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 grafo com logica fixa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Topico (topic)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Roteamento por intencao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phrases, ou descricao no modo generativo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sobre a pasta docs/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source + generative 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do TypedDict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Variaveis do topico e da conversa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+ especialistas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pai + connected 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Command(goto=...)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Delegacao para um connected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tipos de no do canvas de autoria</a:t>
            </a:r>
            <a:endParaRPr lang="en-US" sz="34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406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 uma mensagem ao usuario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uma pergunta e guarda a resposta numa variavel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um cartao interativo com botoes ou campos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Ramifica a conversa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Define, converte ou limpa variaveis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Redireciona, transfere para humano, encerra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 fluxo do Power Automate, conector ou acao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answers, requisicao HTTP, eventos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FORMAS DE ACIONAR UM TOPICO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decisao que voce tomou no dia 4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Classica: trigger phrases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10 frases de exemplo por topico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casa a frase do usuario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precisa correspondencia exata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Previsivel, e trabalhoso de manter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Generativa: descricao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descreve o que o topico faz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escolhe entre topicos, tools e conhecimento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combinar varios numa resposta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supervisor com saida estruturada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3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seu RAG responde mal, voce tem sete alavancas. Aqui voce tem uma.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2: trocar o chunking, mudar o k, filtrar por metadado, reescrever a query, aplicar rerank, trocar o embedding, reescrever o prompt. No generative answers: melhorar a fonte de conhecimento. As vezes uma alavanca basta e o resto era complexidade desnecessaria. As vezes e a diferenca entre entregar e nao entregar.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TRES CAMADAS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Deterministico, generativo, humano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468880" y="3291840"/>
            <a:ext cx="64008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5303520" y="2148840"/>
            <a:ext cx="731520" cy="114300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303520" y="3337560"/>
            <a:ext cx="73152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412480" y="3566160"/>
            <a:ext cx="640080" cy="82296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E8E4F2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35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08960" y="292608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um topico?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847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topico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44768" y="224028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garantido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9260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answers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44768" y="342900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base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4114800"/>
            <a:ext cx="2377440" cy="777240"/>
          </a:xfrm>
          <a:prstGeom prst="roundRect">
            <a:avLst>
              <a:gd name="adj" fmla="val 11765"/>
            </a:avLst>
          </a:prstGeom>
          <a:solidFill>
            <a:srgbClr val="E8933A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para humano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topicos desenhados cobrem o que precisa de garantia - cancelar pedido, abrir chamado. O que nao casa cai no generative answers em vez de cair num 'nao entendi'. O que ele nao resolve vai para o humano.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MULTIAGENTE: A TERMINOLOGIA OFICIAL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formas de composicao que se parecem no diagrama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94992"/>
            <a:ext cx="5257800" cy="3802888"/>
          </a:xfrm>
          <a:prstGeom prst="roundRect">
            <a:avLst>
              <a:gd name="adj" fmla="val 240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9616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9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227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inline (child agents)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26512"/>
            <a:ext cx="4709160" cy="288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pequenos dentro do mesmo agente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 o contexto do principal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de dados trivial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subgrafo sem adaptador de estado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094992"/>
            <a:ext cx="5257800" cy="3802888"/>
          </a:xfrm>
          <a:prstGeom prst="roundRect">
            <a:avLst>
              <a:gd name="adj" fmla="val 240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29616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9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227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agents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826512"/>
            <a:ext cx="4709160" cy="288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separados, com orquestracao propria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 conhecimento proprios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 DELEGA parte do pedido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supervisor com especialistas do dia 4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QUE A MICROSOFT DOCUMENTA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uma tem equivalente exato no que voce implementou</a:t>
            </a:r>
            <a:endParaRPr lang="en-US" sz="28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303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 pratica no Copilot Studio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era no dia 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o pai fala com o usuario a cada turno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o supervisor escreve na saida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subagente declara que e subagente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de sistema de cada especialista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 diretiva: MUST, NEVER,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Criterios verificaveis e numerados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Conhecimento distinto, sem sobreposicao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especialista com as suas ferramentas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Descricoes precisas e distintas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Diferencie por quando usar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pai define invocar, esperar, combinar, responder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ciclo do supervisor com corte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Reforcar 'nao responda direto' na tarefa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Isolamento: passe a instrucao, nao o historico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Testar fora do dominio de todos os subagentes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caso de fallback nos testes de roteamento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INSTRUCOES, NA PRATICA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parece com o prompts.py do NEXUS, e porque 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297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que a documentacao oficial recomenda para o agente pai e para cada filho. Compare com os prompts que voce escreveu no dia 4.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29768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385876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chaining e a camada que liga a saida de uma acao a entrada da proxima sozinha: 'qual o saldo da minha conta principal?' encadeia Detalhes da Conta -&gt; Consultar Saldo sem voce mapear campo a campo.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691640"/>
            <a:ext cx="621792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504688" y="1828800"/>
            <a:ext cx="58155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instrucao do agente PAI ---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 o usuario fizer uma pergunta: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Invoque os dois agentes filhos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Espere os dois retornarem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Combine os achados numa unica resposta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Entregue exatamente UMA resposta ao usuario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agentes filhos NAO DEVEM responder ao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diretamente.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instrucao de cada FILHO ---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Voce e um subagente. NAO responda ao usuario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diretamente.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Sua funcao e buscar informacao e retornar os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achados ao agente pai. O agente pai cuida de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 a comunicacao com o usuario.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Retorne SOMENTE os seus achados.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ferramenta que faz o que a conversa nao faz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94376" cy="4206240"/>
          </a:xfrm>
          <a:prstGeom prst="roundRect">
            <a:avLst>
              <a:gd name="adj" fmla="val 217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489204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 intencao, coletar os dados, confirmar com o usuario e comunicar o resultado. Ele conversa.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37360"/>
            <a:ext cx="5294376" cy="4206240"/>
          </a:xfrm>
          <a:prstGeom prst="roundRect">
            <a:avLst>
              <a:gd name="adj" fmla="val 217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48856" y="1920240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28232" y="2395728"/>
            <a:ext cx="489204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 acao com regra de negocio, transacao e tratamento de erro. Recebe parametros, devolve saidas. Ele age.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 PROTEGER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metricas e tres decisoes que nao sao detalhe</a:t>
            </a:r>
            <a:endParaRPr lang="en-US" sz="34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94992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858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importa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escalonamento por topico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Topico que escala muito tem fluxo incompleto ou trigger phrases pegando demais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Perguntas sem topico correspondente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a lista de topicos que faltam: o roteiro de trabalho dos dois meses seguintes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Autenticacao (Entra 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ela o agente sabe quem pergunta e aplica permissao por usuario na fonte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Escopo de conhecimento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amplo ao SharePoint responde com documento que o usuario nao deveria 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de delegacao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correlacionar transcricoes de pai e filho, nao ha como saber quem decidiu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DOS DOIS ANEXOS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coluna vence todas as linhas</a:t>
            </a:r>
            <a:endParaRPr lang="en-US" sz="34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920240"/>
                <a:gridCol w="2103120"/>
                <a:gridCol w="1737360"/>
                <a:gridCol w="1920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auto-hosp.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Studio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(Ollama)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 fica na empresa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ate o 1o agente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automatizado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Quase 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Quase 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Ciclos, estado, subgrafos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Dificil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Integracao com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 escreve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 corporativa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 escreve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 configura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 configura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mantem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programa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 treinada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 treinada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4 - Multiagentes: topologias, context engineering e observabilidade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VANTAGEM QUE FICA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agente visual erra, voce sabe O QUE ele esta errando.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Roteamento, contexto, ferramenta mal descrita, ausencia de limite de ciclo. Voce sabe porque ja errou cada uma dessas coisas escrevendo o codigo a mao, e ja corrigiu. Quem aprendeu so a plataforma ve que 'nao funcionou' e nao tem vocabulario para ir alem disso.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4 - Multiagentes: topologias e orquestração</dc:title>
  <dc:subject>PptxGenJS Presentation</dc:subject>
  <dc:creator>Curso Multi-Agente com Modelos Locais</dc:creator>
  <cp:lastModifiedBy>Curso Multi-Agente com Modelos Locais</cp:lastModifiedBy>
  <cp:revision>1</cp:revision>
  <dcterms:created xsi:type="dcterms:W3CDTF">2026-08-31T15:35:50Z</dcterms:created>
  <dcterms:modified xsi:type="dcterms:W3CDTF">2026-08-31T15:35:50Z</dcterms:modified>
</cp:coreProperties>
</file>